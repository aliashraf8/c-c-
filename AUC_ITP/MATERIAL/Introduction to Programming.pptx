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12192000"/>
  <p:notesSz cx="6858000" cy="9144000"/>
  <p:embeddedFontLst>
    <p:embeddedFont>
      <p:font typeface="Garamond"/>
      <p:regular r:id="rId29"/>
      <p:bold r:id="rId30"/>
      <p:italic r:id="rId31"/>
      <p:boldItalic r:id="rId32"/>
    </p:embeddedFont>
    <p:embeddedFont>
      <p:font typeface="Helvetica Neue"/>
      <p:regular r:id="rId33"/>
      <p:bold r:id="rId34"/>
      <p:italic r:id="rId35"/>
      <p:boldItalic r:id="rId36"/>
    </p:embeddedFont>
    <p:embeddedFont>
      <p:font typeface="Open Sans"/>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1" roundtripDataSignature="AMtx7mgIVWOQuQAgFh8X58nR8b3vil9E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D22FC82-BDC8-4A90-92CF-838253214BD7}">
  <a:tblStyle styleId="{3D22FC82-BDC8-4A90-92CF-838253214BD7}" styleName="Table_0">
    <a:wholeTbl>
      <a:tcTxStyle b="off" i="off">
        <a:font>
          <a:latin typeface="Garamond"/>
          <a:ea typeface="Garamond"/>
          <a:cs typeface="Garamond"/>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OpenSans-boldItalic.fntdata"/><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Garamond-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Garamond-italic.fntdata"/><Relationship Id="rId30" Type="http://schemas.openxmlformats.org/officeDocument/2006/relationships/font" Target="fonts/Garamond-bold.fntdata"/><Relationship Id="rId11" Type="http://schemas.openxmlformats.org/officeDocument/2006/relationships/slide" Target="slides/slide6.xml"/><Relationship Id="rId33" Type="http://schemas.openxmlformats.org/officeDocument/2006/relationships/font" Target="fonts/HelveticaNeue-regular.fntdata"/><Relationship Id="rId10" Type="http://schemas.openxmlformats.org/officeDocument/2006/relationships/slide" Target="slides/slide5.xml"/><Relationship Id="rId32" Type="http://schemas.openxmlformats.org/officeDocument/2006/relationships/font" Target="fonts/Garamond-boldItalic.fntdata"/><Relationship Id="rId13" Type="http://schemas.openxmlformats.org/officeDocument/2006/relationships/slide" Target="slides/slide8.xml"/><Relationship Id="rId35" Type="http://schemas.openxmlformats.org/officeDocument/2006/relationships/font" Target="fonts/HelveticaNeue-italic.fntdata"/><Relationship Id="rId12" Type="http://schemas.openxmlformats.org/officeDocument/2006/relationships/slide" Target="slides/slide7.xml"/><Relationship Id="rId34" Type="http://schemas.openxmlformats.org/officeDocument/2006/relationships/font" Target="fonts/HelveticaNeue-bold.fntdata"/><Relationship Id="rId15" Type="http://schemas.openxmlformats.org/officeDocument/2006/relationships/slide" Target="slides/slide10.xml"/><Relationship Id="rId37" Type="http://schemas.openxmlformats.org/officeDocument/2006/relationships/font" Target="fonts/OpenSans-regular.fntdata"/><Relationship Id="rId14" Type="http://schemas.openxmlformats.org/officeDocument/2006/relationships/slide" Target="slides/slide9.xml"/><Relationship Id="rId36" Type="http://schemas.openxmlformats.org/officeDocument/2006/relationships/font" Target="fonts/HelveticaNeue-boldItalic.fntdata"/><Relationship Id="rId17" Type="http://schemas.openxmlformats.org/officeDocument/2006/relationships/slide" Target="slides/slide12.xml"/><Relationship Id="rId39" Type="http://schemas.openxmlformats.org/officeDocument/2006/relationships/font" Target="fonts/OpenSans-italic.fntdata"/><Relationship Id="rId16" Type="http://schemas.openxmlformats.org/officeDocument/2006/relationships/slide" Target="slides/slide11.xml"/><Relationship Id="rId38" Type="http://schemas.openxmlformats.org/officeDocument/2006/relationships/font" Target="fonts/OpenSans-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 name="Shape 16"/>
        <p:cNvGrpSpPr/>
        <p:nvPr/>
      </p:nvGrpSpPr>
      <p:grpSpPr>
        <a:xfrm>
          <a:off x="0" y="0"/>
          <a:ext cx="0" cy="0"/>
          <a:chOff x="0" y="0"/>
          <a:chExt cx="0" cy="0"/>
        </a:xfrm>
      </p:grpSpPr>
      <p:sp>
        <p:nvSpPr>
          <p:cNvPr id="17" name="Google Shape;17;p25"/>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5"/>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5"/>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0" name="Shape 20"/>
        <p:cNvGrpSpPr/>
        <p:nvPr/>
      </p:nvGrpSpPr>
      <p:grpSpPr>
        <a:xfrm>
          <a:off x="0" y="0"/>
          <a:ext cx="0" cy="0"/>
          <a:chOff x="0" y="0"/>
          <a:chExt cx="0" cy="0"/>
        </a:xfrm>
      </p:grpSpPr>
      <p:grpSp>
        <p:nvGrpSpPr>
          <p:cNvPr id="21" name="Google Shape;21;p26"/>
          <p:cNvGrpSpPr/>
          <p:nvPr/>
        </p:nvGrpSpPr>
        <p:grpSpPr>
          <a:xfrm>
            <a:off x="-16934" y="0"/>
            <a:ext cx="12231160" cy="6856214"/>
            <a:chOff x="-16934" y="0"/>
            <a:chExt cx="12231160" cy="6856214"/>
          </a:xfrm>
        </p:grpSpPr>
        <p:pic>
          <p:nvPicPr>
            <p:cNvPr descr="HD-PanelTitleR1.png" id="22" name="Google Shape;22;p26"/>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23" name="Google Shape;23;p26"/>
            <p:cNvSpPr/>
            <p:nvPr/>
          </p:nvSpPr>
          <p:spPr>
            <a:xfrm>
              <a:off x="2328332" y="1540931"/>
              <a:ext cx="7543802" cy="3835401"/>
            </a:xfrm>
            <a:prstGeom prst="rect">
              <a:avLst/>
            </a:prstGeom>
            <a:noFill/>
            <a:ln cap="flat" cmpd="sng" w="15875">
              <a:solidFill>
                <a:schemeClr val="accen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DRibbonTitle-UniformTrim.png" id="24" name="Google Shape;24;p26"/>
            <p:cNvPicPr preferRelativeResize="0"/>
            <p:nvPr/>
          </p:nvPicPr>
          <p:blipFill rotWithShape="1">
            <a:blip r:embed="rId3">
              <a:alphaModFix/>
            </a:blip>
            <a:srcRect b="0" l="0" r="0" t="0"/>
            <a:stretch/>
          </p:blipFill>
          <p:spPr>
            <a:xfrm>
              <a:off x="-16934" y="3147609"/>
              <a:ext cx="2478024" cy="612648"/>
            </a:xfrm>
            <a:prstGeom prst="rect">
              <a:avLst/>
            </a:prstGeom>
            <a:noFill/>
            <a:ln>
              <a:noFill/>
            </a:ln>
          </p:spPr>
        </p:pic>
        <p:pic>
          <p:nvPicPr>
            <p:cNvPr descr="HDRibbonTitle-UniformTrim.png" id="25" name="Google Shape;25;p26"/>
            <p:cNvPicPr preferRelativeResize="0"/>
            <p:nvPr/>
          </p:nvPicPr>
          <p:blipFill rotWithShape="1">
            <a:blip r:embed="rId3">
              <a:alphaModFix/>
            </a:blip>
            <a:srcRect b="0" l="0" r="0" t="0"/>
            <a:stretch/>
          </p:blipFill>
          <p:spPr>
            <a:xfrm>
              <a:off x="9736202" y="3147609"/>
              <a:ext cx="2478024" cy="612648"/>
            </a:xfrm>
            <a:prstGeom prst="rect">
              <a:avLst/>
            </a:prstGeom>
            <a:noFill/>
            <a:ln>
              <a:noFill/>
            </a:ln>
          </p:spPr>
        </p:pic>
      </p:grpSp>
      <p:sp>
        <p:nvSpPr>
          <p:cNvPr id="26" name="Google Shape;26;p26"/>
          <p:cNvSpPr txBox="1"/>
          <p:nvPr>
            <p:ph type="ctrTitle"/>
          </p:nvPr>
        </p:nvSpPr>
        <p:spPr>
          <a:xfrm>
            <a:off x="2692398" y="1871131"/>
            <a:ext cx="6815669" cy="1515533"/>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Clr>
                <a:srgbClr val="262626"/>
              </a:buClr>
              <a:buSzPts val="5400"/>
              <a:buFont typeface="Garamond"/>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6"/>
          <p:cNvSpPr txBox="1"/>
          <p:nvPr>
            <p:ph idx="1" type="subTitle"/>
          </p:nvPr>
        </p:nvSpPr>
        <p:spPr>
          <a:xfrm>
            <a:off x="2692398" y="3657597"/>
            <a:ext cx="6815669" cy="1320802"/>
          </a:xfrm>
          <a:prstGeom prst="rect">
            <a:avLst/>
          </a:prstGeom>
          <a:noFill/>
          <a:ln>
            <a:noFill/>
          </a:ln>
        </p:spPr>
        <p:txBody>
          <a:bodyPr anchorCtr="0" anchor="t" bIns="45700" lIns="91425" spcFirstLastPara="1" rIns="91425" wrap="square" tIns="45700">
            <a:normAutofit/>
          </a:bodyPr>
          <a:lstStyle>
            <a:lvl1pPr lvl="0" algn="ctr">
              <a:spcBef>
                <a:spcPts val="420"/>
              </a:spcBef>
              <a:spcAft>
                <a:spcPts val="0"/>
              </a:spcAft>
              <a:buSzPts val="2415"/>
              <a:buNone/>
              <a:defRPr sz="2100">
                <a:solidFill>
                  <a:schemeClr val="dk1"/>
                </a:solidFill>
              </a:defRPr>
            </a:lvl1pPr>
            <a:lvl2pPr lvl="1" algn="ctr">
              <a:spcBef>
                <a:spcPts val="600"/>
              </a:spcBef>
              <a:spcAft>
                <a:spcPts val="0"/>
              </a:spcAft>
              <a:buSzPts val="2300"/>
              <a:buNone/>
              <a:defRPr>
                <a:solidFill>
                  <a:srgbClr val="888888"/>
                </a:solidFill>
              </a:defRPr>
            </a:lvl2pPr>
            <a:lvl3pPr lvl="2" algn="ctr">
              <a:spcBef>
                <a:spcPts val="600"/>
              </a:spcBef>
              <a:spcAft>
                <a:spcPts val="0"/>
              </a:spcAft>
              <a:buSzPts val="2070"/>
              <a:buNone/>
              <a:defRPr>
                <a:solidFill>
                  <a:srgbClr val="888888"/>
                </a:solidFill>
              </a:defRPr>
            </a:lvl3pPr>
            <a:lvl4pPr lvl="3" algn="ctr">
              <a:spcBef>
                <a:spcPts val="600"/>
              </a:spcBef>
              <a:spcAft>
                <a:spcPts val="0"/>
              </a:spcAft>
              <a:buSzPts val="1840"/>
              <a:buNone/>
              <a:defRPr>
                <a:solidFill>
                  <a:srgbClr val="888888"/>
                </a:solidFill>
              </a:defRPr>
            </a:lvl4pPr>
            <a:lvl5pPr lvl="4" algn="ctr">
              <a:spcBef>
                <a:spcPts val="600"/>
              </a:spcBef>
              <a:spcAft>
                <a:spcPts val="0"/>
              </a:spcAft>
              <a:buSzPts val="1610"/>
              <a:buNone/>
              <a:defRPr>
                <a:solidFill>
                  <a:srgbClr val="888888"/>
                </a:solidFill>
              </a:defRPr>
            </a:lvl5pPr>
            <a:lvl6pPr lvl="5" algn="ctr">
              <a:spcBef>
                <a:spcPts val="600"/>
              </a:spcBef>
              <a:spcAft>
                <a:spcPts val="0"/>
              </a:spcAft>
              <a:buSzPts val="1610"/>
              <a:buNone/>
              <a:defRPr>
                <a:solidFill>
                  <a:srgbClr val="888888"/>
                </a:solidFill>
              </a:defRPr>
            </a:lvl6pPr>
            <a:lvl7pPr lvl="6" algn="ctr">
              <a:spcBef>
                <a:spcPts val="600"/>
              </a:spcBef>
              <a:spcAft>
                <a:spcPts val="0"/>
              </a:spcAft>
              <a:buSzPts val="1610"/>
              <a:buNone/>
              <a:defRPr>
                <a:solidFill>
                  <a:srgbClr val="888888"/>
                </a:solidFill>
              </a:defRPr>
            </a:lvl7pPr>
            <a:lvl8pPr lvl="7" algn="ctr">
              <a:spcBef>
                <a:spcPts val="600"/>
              </a:spcBef>
              <a:spcAft>
                <a:spcPts val="0"/>
              </a:spcAft>
              <a:buSzPts val="1610"/>
              <a:buNone/>
              <a:defRPr>
                <a:solidFill>
                  <a:srgbClr val="888888"/>
                </a:solidFill>
              </a:defRPr>
            </a:lvl8pPr>
            <a:lvl9pPr lvl="8" algn="ctr">
              <a:spcBef>
                <a:spcPts val="600"/>
              </a:spcBef>
              <a:spcAft>
                <a:spcPts val="600"/>
              </a:spcAft>
              <a:buSzPts val="1610"/>
              <a:buNone/>
              <a:defRPr>
                <a:solidFill>
                  <a:srgbClr val="888888"/>
                </a:solidFill>
              </a:defRPr>
            </a:lvl9pPr>
          </a:lstStyle>
          <a:p/>
        </p:txBody>
      </p:sp>
      <p:sp>
        <p:nvSpPr>
          <p:cNvPr id="28" name="Google Shape;28;p26"/>
          <p:cNvSpPr txBox="1"/>
          <p:nvPr>
            <p:ph idx="10" type="dt"/>
          </p:nvPr>
        </p:nvSpPr>
        <p:spPr>
          <a:xfrm>
            <a:off x="7983232" y="5037663"/>
            <a:ext cx="897467"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6"/>
          <p:cNvSpPr txBox="1"/>
          <p:nvPr>
            <p:ph idx="11" type="ftr"/>
          </p:nvPr>
        </p:nvSpPr>
        <p:spPr>
          <a:xfrm>
            <a:off x="2692397" y="5037663"/>
            <a:ext cx="5214635"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6"/>
          <p:cNvSpPr txBox="1"/>
          <p:nvPr>
            <p:ph idx="12" type="sldNum"/>
          </p:nvPr>
        </p:nvSpPr>
        <p:spPr>
          <a:xfrm>
            <a:off x="8956900" y="5037663"/>
            <a:ext cx="55116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31" name="Google Shape;31;p26"/>
          <p:cNvCxnSpPr/>
          <p:nvPr/>
        </p:nvCxnSpPr>
        <p:spPr>
          <a:xfrm>
            <a:off x="2692399" y="3522131"/>
            <a:ext cx="681566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2" name="Shape 32"/>
        <p:cNvGrpSpPr/>
        <p:nvPr/>
      </p:nvGrpSpPr>
      <p:grpSpPr>
        <a:xfrm>
          <a:off x="0" y="0"/>
          <a:ext cx="0" cy="0"/>
          <a:chOff x="0" y="0"/>
          <a:chExt cx="0" cy="0"/>
        </a:xfrm>
      </p:grpSpPr>
      <p:cxnSp>
        <p:nvCxnSpPr>
          <p:cNvPr id="33" name="Google Shape;33;p27"/>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
        <p:nvSpPr>
          <p:cNvPr id="34" name="Google Shape;34;p27"/>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7"/>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36" name="Google Shape;36;p27"/>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7"/>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7"/>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9" name="Shape 39"/>
        <p:cNvGrpSpPr/>
        <p:nvPr/>
      </p:nvGrpSpPr>
      <p:grpSpPr>
        <a:xfrm>
          <a:off x="0" y="0"/>
          <a:ext cx="0" cy="0"/>
          <a:chOff x="0" y="0"/>
          <a:chExt cx="0" cy="0"/>
        </a:xfrm>
      </p:grpSpPr>
      <p:sp>
        <p:nvSpPr>
          <p:cNvPr id="40" name="Google Shape;40;p28"/>
          <p:cNvSpPr txBox="1"/>
          <p:nvPr>
            <p:ph type="title"/>
          </p:nvPr>
        </p:nvSpPr>
        <p:spPr>
          <a:xfrm>
            <a:off x="2015069" y="1752606"/>
            <a:ext cx="8158688" cy="1822514"/>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4400"/>
              <a:buFont typeface="Garamond"/>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8"/>
          <p:cNvSpPr txBox="1"/>
          <p:nvPr>
            <p:ph idx="1" type="body"/>
          </p:nvPr>
        </p:nvSpPr>
        <p:spPr>
          <a:xfrm>
            <a:off x="2015067" y="3846051"/>
            <a:ext cx="8158690" cy="954547"/>
          </a:xfrm>
          <a:prstGeom prst="rect">
            <a:avLst/>
          </a:prstGeom>
          <a:noFill/>
          <a:ln>
            <a:noFill/>
          </a:ln>
        </p:spPr>
        <p:txBody>
          <a:bodyPr anchorCtr="0" anchor="t" bIns="45700" lIns="91425" spcFirstLastPara="1" rIns="91425" wrap="square" tIns="45700">
            <a:normAutofit/>
          </a:bodyPr>
          <a:lstStyle>
            <a:lvl1pPr indent="-228600" lvl="0" marL="457200" algn="ctr">
              <a:spcBef>
                <a:spcPts val="480"/>
              </a:spcBef>
              <a:spcAft>
                <a:spcPts val="0"/>
              </a:spcAft>
              <a:buSzPts val="2760"/>
              <a:buNone/>
              <a:defRPr sz="24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42" name="Google Shape;42;p28"/>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8"/>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8"/>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45" name="Google Shape;45;p28"/>
          <p:cNvCxnSpPr/>
          <p:nvPr/>
        </p:nvCxnSpPr>
        <p:spPr>
          <a:xfrm>
            <a:off x="2012723" y="3710585"/>
            <a:ext cx="8163380"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6" name="Shape 46"/>
        <p:cNvGrpSpPr/>
        <p:nvPr/>
      </p:nvGrpSpPr>
      <p:grpSpPr>
        <a:xfrm>
          <a:off x="0" y="0"/>
          <a:ext cx="0" cy="0"/>
          <a:chOff x="0" y="0"/>
          <a:chExt cx="0" cy="0"/>
        </a:xfrm>
      </p:grpSpPr>
      <p:cxnSp>
        <p:nvCxnSpPr>
          <p:cNvPr id="47" name="Google Shape;47;p29"/>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
        <p:nvSpPr>
          <p:cNvPr id="48" name="Google Shape;48;p29"/>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9"/>
          <p:cNvSpPr txBox="1"/>
          <p:nvPr>
            <p:ph idx="1" type="body"/>
          </p:nvPr>
        </p:nvSpPr>
        <p:spPr>
          <a:xfrm>
            <a:off x="1298448" y="2560320"/>
            <a:ext cx="4718304" cy="3310128"/>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50" name="Google Shape;50;p29"/>
          <p:cNvSpPr txBox="1"/>
          <p:nvPr>
            <p:ph idx="2" type="body"/>
          </p:nvPr>
        </p:nvSpPr>
        <p:spPr>
          <a:xfrm>
            <a:off x="6181344" y="2560320"/>
            <a:ext cx="4718304" cy="3310128"/>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51" name="Google Shape;51;p29"/>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9"/>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9"/>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4" name="Shape 54"/>
        <p:cNvGrpSpPr/>
        <p:nvPr/>
      </p:nvGrpSpPr>
      <p:grpSpPr>
        <a:xfrm>
          <a:off x="0" y="0"/>
          <a:ext cx="0" cy="0"/>
          <a:chOff x="0" y="0"/>
          <a:chExt cx="0" cy="0"/>
        </a:xfrm>
      </p:grpSpPr>
      <p:sp>
        <p:nvSpPr>
          <p:cNvPr id="55" name="Google Shape;55;p30"/>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0"/>
          <p:cNvSpPr txBox="1"/>
          <p:nvPr>
            <p:ph idx="1" type="body"/>
          </p:nvPr>
        </p:nvSpPr>
        <p:spPr>
          <a:xfrm>
            <a:off x="1295400" y="2658533"/>
            <a:ext cx="4718304" cy="576262"/>
          </a:xfrm>
          <a:prstGeom prst="rect">
            <a:avLst/>
          </a:prstGeom>
          <a:noFill/>
          <a:ln>
            <a:noFill/>
          </a:ln>
        </p:spPr>
        <p:txBody>
          <a:bodyPr anchorCtr="0" anchor="b" bIns="45700" lIns="91425" spcFirstLastPara="1" rIns="91425" wrap="square" tIns="45700">
            <a:noAutofit/>
          </a:bodyPr>
          <a:lstStyle>
            <a:lvl1pPr indent="-228600" lvl="0" marL="457200" algn="l">
              <a:spcBef>
                <a:spcPts val="672"/>
              </a:spcBef>
              <a:spcAft>
                <a:spcPts val="0"/>
              </a:spcAft>
              <a:buSzPts val="3220"/>
              <a:buNone/>
              <a:defRPr b="0" sz="2800">
                <a:solidFill>
                  <a:schemeClr val="accent1"/>
                </a:solidFill>
              </a:defRPr>
            </a:lvl1pPr>
            <a:lvl2pPr indent="-228600" lvl="1" marL="914400" algn="l">
              <a:spcBef>
                <a:spcPts val="600"/>
              </a:spcBef>
              <a:spcAft>
                <a:spcPts val="0"/>
              </a:spcAft>
              <a:buSzPts val="2300"/>
              <a:buNone/>
              <a:defRPr b="1" sz="2000"/>
            </a:lvl2pPr>
            <a:lvl3pPr indent="-228600" lvl="2" marL="1371600" algn="l">
              <a:spcBef>
                <a:spcPts val="600"/>
              </a:spcBef>
              <a:spcAft>
                <a:spcPts val="0"/>
              </a:spcAft>
              <a:buSzPts val="2070"/>
              <a:buNone/>
              <a:defRPr b="1" sz="1800"/>
            </a:lvl3pPr>
            <a:lvl4pPr indent="-228600" lvl="3" marL="1828800" algn="l">
              <a:spcBef>
                <a:spcPts val="600"/>
              </a:spcBef>
              <a:spcAft>
                <a:spcPts val="0"/>
              </a:spcAft>
              <a:buSzPts val="1840"/>
              <a:buNone/>
              <a:defRPr b="1" sz="1600"/>
            </a:lvl4pPr>
            <a:lvl5pPr indent="-228600" lvl="4" marL="2286000" algn="l">
              <a:spcBef>
                <a:spcPts val="600"/>
              </a:spcBef>
              <a:spcAft>
                <a:spcPts val="0"/>
              </a:spcAft>
              <a:buSzPts val="1840"/>
              <a:buNone/>
              <a:defRPr b="1" sz="1600"/>
            </a:lvl5pPr>
            <a:lvl6pPr indent="-228600" lvl="5" marL="2743200" algn="l">
              <a:spcBef>
                <a:spcPts val="600"/>
              </a:spcBef>
              <a:spcAft>
                <a:spcPts val="0"/>
              </a:spcAft>
              <a:buSzPts val="1840"/>
              <a:buNone/>
              <a:defRPr b="1" sz="1600"/>
            </a:lvl6pPr>
            <a:lvl7pPr indent="-228600" lvl="6" marL="3200400" algn="l">
              <a:spcBef>
                <a:spcPts val="600"/>
              </a:spcBef>
              <a:spcAft>
                <a:spcPts val="0"/>
              </a:spcAft>
              <a:buSzPts val="1840"/>
              <a:buNone/>
              <a:defRPr b="1" sz="1600"/>
            </a:lvl7pPr>
            <a:lvl8pPr indent="-228600" lvl="7" marL="3657600" algn="l">
              <a:spcBef>
                <a:spcPts val="600"/>
              </a:spcBef>
              <a:spcAft>
                <a:spcPts val="0"/>
              </a:spcAft>
              <a:buSzPts val="1840"/>
              <a:buNone/>
              <a:defRPr b="1" sz="1600"/>
            </a:lvl8pPr>
            <a:lvl9pPr indent="-228600" lvl="8" marL="4114800" algn="l">
              <a:spcBef>
                <a:spcPts val="600"/>
              </a:spcBef>
              <a:spcAft>
                <a:spcPts val="600"/>
              </a:spcAft>
              <a:buSzPts val="1840"/>
              <a:buNone/>
              <a:defRPr b="1" sz="1600"/>
            </a:lvl9pPr>
          </a:lstStyle>
          <a:p/>
        </p:txBody>
      </p:sp>
      <p:sp>
        <p:nvSpPr>
          <p:cNvPr id="57" name="Google Shape;57;p30"/>
          <p:cNvSpPr txBox="1"/>
          <p:nvPr>
            <p:ph idx="2" type="body"/>
          </p:nvPr>
        </p:nvSpPr>
        <p:spPr>
          <a:xfrm>
            <a:off x="1295400" y="3243262"/>
            <a:ext cx="4718304" cy="2632605"/>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58" name="Google Shape;58;p30"/>
          <p:cNvSpPr txBox="1"/>
          <p:nvPr>
            <p:ph idx="3" type="body"/>
          </p:nvPr>
        </p:nvSpPr>
        <p:spPr>
          <a:xfrm>
            <a:off x="6180670" y="2658533"/>
            <a:ext cx="4718304" cy="576262"/>
          </a:xfrm>
          <a:prstGeom prst="rect">
            <a:avLst/>
          </a:prstGeom>
          <a:noFill/>
          <a:ln>
            <a:noFill/>
          </a:ln>
        </p:spPr>
        <p:txBody>
          <a:bodyPr anchorCtr="0" anchor="b" bIns="45700" lIns="91425" spcFirstLastPara="1" rIns="91425" wrap="square" tIns="45700">
            <a:noAutofit/>
          </a:bodyPr>
          <a:lstStyle>
            <a:lvl1pPr indent="-228600" lvl="0" marL="457200" algn="l">
              <a:spcBef>
                <a:spcPts val="672"/>
              </a:spcBef>
              <a:spcAft>
                <a:spcPts val="0"/>
              </a:spcAft>
              <a:buSzPts val="3220"/>
              <a:buNone/>
              <a:defRPr b="0" sz="2800">
                <a:solidFill>
                  <a:schemeClr val="accent1"/>
                </a:solidFill>
              </a:defRPr>
            </a:lvl1pPr>
            <a:lvl2pPr indent="-228600" lvl="1" marL="914400" algn="l">
              <a:spcBef>
                <a:spcPts val="600"/>
              </a:spcBef>
              <a:spcAft>
                <a:spcPts val="0"/>
              </a:spcAft>
              <a:buSzPts val="2300"/>
              <a:buNone/>
              <a:defRPr b="1" sz="2000"/>
            </a:lvl2pPr>
            <a:lvl3pPr indent="-228600" lvl="2" marL="1371600" algn="l">
              <a:spcBef>
                <a:spcPts val="600"/>
              </a:spcBef>
              <a:spcAft>
                <a:spcPts val="0"/>
              </a:spcAft>
              <a:buSzPts val="2070"/>
              <a:buNone/>
              <a:defRPr b="1" sz="1800"/>
            </a:lvl3pPr>
            <a:lvl4pPr indent="-228600" lvl="3" marL="1828800" algn="l">
              <a:spcBef>
                <a:spcPts val="600"/>
              </a:spcBef>
              <a:spcAft>
                <a:spcPts val="0"/>
              </a:spcAft>
              <a:buSzPts val="1840"/>
              <a:buNone/>
              <a:defRPr b="1" sz="1600"/>
            </a:lvl4pPr>
            <a:lvl5pPr indent="-228600" lvl="4" marL="2286000" algn="l">
              <a:spcBef>
                <a:spcPts val="600"/>
              </a:spcBef>
              <a:spcAft>
                <a:spcPts val="0"/>
              </a:spcAft>
              <a:buSzPts val="1840"/>
              <a:buNone/>
              <a:defRPr b="1" sz="1600"/>
            </a:lvl5pPr>
            <a:lvl6pPr indent="-228600" lvl="5" marL="2743200" algn="l">
              <a:spcBef>
                <a:spcPts val="600"/>
              </a:spcBef>
              <a:spcAft>
                <a:spcPts val="0"/>
              </a:spcAft>
              <a:buSzPts val="1840"/>
              <a:buNone/>
              <a:defRPr b="1" sz="1600"/>
            </a:lvl6pPr>
            <a:lvl7pPr indent="-228600" lvl="6" marL="3200400" algn="l">
              <a:spcBef>
                <a:spcPts val="600"/>
              </a:spcBef>
              <a:spcAft>
                <a:spcPts val="0"/>
              </a:spcAft>
              <a:buSzPts val="1840"/>
              <a:buNone/>
              <a:defRPr b="1" sz="1600"/>
            </a:lvl7pPr>
            <a:lvl8pPr indent="-228600" lvl="7" marL="3657600" algn="l">
              <a:spcBef>
                <a:spcPts val="600"/>
              </a:spcBef>
              <a:spcAft>
                <a:spcPts val="0"/>
              </a:spcAft>
              <a:buSzPts val="1840"/>
              <a:buNone/>
              <a:defRPr b="1" sz="1600"/>
            </a:lvl8pPr>
            <a:lvl9pPr indent="-228600" lvl="8" marL="4114800" algn="l">
              <a:spcBef>
                <a:spcPts val="600"/>
              </a:spcBef>
              <a:spcAft>
                <a:spcPts val="600"/>
              </a:spcAft>
              <a:buSzPts val="1840"/>
              <a:buNone/>
              <a:defRPr b="1" sz="1600"/>
            </a:lvl9pPr>
          </a:lstStyle>
          <a:p/>
        </p:txBody>
      </p:sp>
      <p:sp>
        <p:nvSpPr>
          <p:cNvPr id="59" name="Google Shape;59;p30"/>
          <p:cNvSpPr txBox="1"/>
          <p:nvPr>
            <p:ph idx="4" type="body"/>
          </p:nvPr>
        </p:nvSpPr>
        <p:spPr>
          <a:xfrm>
            <a:off x="6180670" y="3243262"/>
            <a:ext cx="4718304" cy="2632605"/>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60" name="Google Shape;60;p30"/>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30"/>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30"/>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63" name="Google Shape;63;p30"/>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 name="Shape 64"/>
        <p:cNvGrpSpPr/>
        <p:nvPr/>
      </p:nvGrpSpPr>
      <p:grpSpPr>
        <a:xfrm>
          <a:off x="0" y="0"/>
          <a:ext cx="0" cy="0"/>
          <a:chOff x="0" y="0"/>
          <a:chExt cx="0" cy="0"/>
        </a:xfrm>
      </p:grpSpPr>
      <p:sp>
        <p:nvSpPr>
          <p:cNvPr id="65" name="Google Shape;65;p31"/>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1"/>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1"/>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31"/>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69" name="Google Shape;69;p31"/>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32"/>
          <p:cNvSpPr txBox="1"/>
          <p:nvPr>
            <p:ph type="title"/>
          </p:nvPr>
        </p:nvSpPr>
        <p:spPr>
          <a:xfrm>
            <a:off x="1293811" y="1388534"/>
            <a:ext cx="3718455" cy="1371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2400"/>
              <a:buFont typeface="Garamond"/>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2"/>
          <p:cNvSpPr txBox="1"/>
          <p:nvPr>
            <p:ph idx="1" type="body"/>
          </p:nvPr>
        </p:nvSpPr>
        <p:spPr>
          <a:xfrm>
            <a:off x="5418668" y="982131"/>
            <a:ext cx="5469466" cy="4893735"/>
          </a:xfrm>
          <a:prstGeom prst="rect">
            <a:avLst/>
          </a:prstGeom>
          <a:noFill/>
          <a:ln>
            <a:noFill/>
          </a:ln>
        </p:spPr>
        <p:txBody>
          <a:bodyPr anchorCtr="0" anchor="ctr"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73" name="Google Shape;73;p32"/>
          <p:cNvSpPr txBox="1"/>
          <p:nvPr>
            <p:ph idx="2" type="body"/>
          </p:nvPr>
        </p:nvSpPr>
        <p:spPr>
          <a:xfrm>
            <a:off x="1293811" y="3031065"/>
            <a:ext cx="3718455" cy="2438404"/>
          </a:xfrm>
          <a:prstGeom prst="rect">
            <a:avLst/>
          </a:prstGeom>
          <a:noFill/>
          <a:ln>
            <a:noFill/>
          </a:ln>
        </p:spPr>
        <p:txBody>
          <a:bodyPr anchorCtr="0" anchor="t" bIns="45700" lIns="91425" spcFirstLastPara="1" rIns="91425" wrap="square" tIns="45700">
            <a:normAutofit/>
          </a:bodyPr>
          <a:lstStyle>
            <a:lvl1pPr indent="-228600" lvl="0" marL="457200" algn="ctr">
              <a:spcBef>
                <a:spcPts val="320"/>
              </a:spcBef>
              <a:spcAft>
                <a:spcPts val="0"/>
              </a:spcAft>
              <a:buSzPts val="1840"/>
              <a:buNone/>
              <a:defRPr sz="1600"/>
            </a:lvl1pPr>
            <a:lvl2pPr indent="-228600" lvl="1" marL="914400" algn="l">
              <a:spcBef>
                <a:spcPts val="600"/>
              </a:spcBef>
              <a:spcAft>
                <a:spcPts val="0"/>
              </a:spcAft>
              <a:buSzPts val="1380"/>
              <a:buNone/>
              <a:defRPr sz="1200"/>
            </a:lvl2pPr>
            <a:lvl3pPr indent="-228600" lvl="2" marL="1371600" algn="l">
              <a:spcBef>
                <a:spcPts val="600"/>
              </a:spcBef>
              <a:spcAft>
                <a:spcPts val="0"/>
              </a:spcAft>
              <a:buSzPts val="1150"/>
              <a:buNone/>
              <a:defRPr sz="1000"/>
            </a:lvl3pPr>
            <a:lvl4pPr indent="-228600" lvl="3" marL="1828800" algn="l">
              <a:spcBef>
                <a:spcPts val="600"/>
              </a:spcBef>
              <a:spcAft>
                <a:spcPts val="0"/>
              </a:spcAft>
              <a:buSzPts val="1035"/>
              <a:buNone/>
              <a:defRPr sz="900"/>
            </a:lvl4pPr>
            <a:lvl5pPr indent="-228600" lvl="4" marL="2286000" algn="l">
              <a:spcBef>
                <a:spcPts val="600"/>
              </a:spcBef>
              <a:spcAft>
                <a:spcPts val="0"/>
              </a:spcAft>
              <a:buSzPts val="1035"/>
              <a:buNone/>
              <a:defRPr sz="900"/>
            </a:lvl5pPr>
            <a:lvl6pPr indent="-228600" lvl="5" marL="2743200" algn="l">
              <a:spcBef>
                <a:spcPts val="600"/>
              </a:spcBef>
              <a:spcAft>
                <a:spcPts val="0"/>
              </a:spcAft>
              <a:buSzPts val="1035"/>
              <a:buNone/>
              <a:defRPr sz="900"/>
            </a:lvl6pPr>
            <a:lvl7pPr indent="-228600" lvl="6" marL="3200400" algn="l">
              <a:spcBef>
                <a:spcPts val="600"/>
              </a:spcBef>
              <a:spcAft>
                <a:spcPts val="0"/>
              </a:spcAft>
              <a:buSzPts val="1035"/>
              <a:buNone/>
              <a:defRPr sz="900"/>
            </a:lvl7pPr>
            <a:lvl8pPr indent="-228600" lvl="7" marL="3657600" algn="l">
              <a:spcBef>
                <a:spcPts val="600"/>
              </a:spcBef>
              <a:spcAft>
                <a:spcPts val="0"/>
              </a:spcAft>
              <a:buSzPts val="1035"/>
              <a:buNone/>
              <a:defRPr sz="900"/>
            </a:lvl8pPr>
            <a:lvl9pPr indent="-228600" lvl="8" marL="4114800" algn="l">
              <a:spcBef>
                <a:spcPts val="600"/>
              </a:spcBef>
              <a:spcAft>
                <a:spcPts val="600"/>
              </a:spcAft>
              <a:buSzPts val="1035"/>
              <a:buNone/>
              <a:defRPr sz="900"/>
            </a:lvl9pPr>
          </a:lstStyle>
          <a:p/>
        </p:txBody>
      </p:sp>
      <p:sp>
        <p:nvSpPr>
          <p:cNvPr id="74" name="Google Shape;74;p32"/>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2"/>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2"/>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77" name="Google Shape;77;p32"/>
          <p:cNvCxnSpPr/>
          <p:nvPr/>
        </p:nvCxnSpPr>
        <p:spPr>
          <a:xfrm>
            <a:off x="1396169" y="2912533"/>
            <a:ext cx="35144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8" name="Shape 78"/>
        <p:cNvGrpSpPr/>
        <p:nvPr/>
      </p:nvGrpSpPr>
      <p:grpSpPr>
        <a:xfrm>
          <a:off x="0" y="0"/>
          <a:ext cx="0" cy="0"/>
          <a:chOff x="0" y="0"/>
          <a:chExt cx="0" cy="0"/>
        </a:xfrm>
      </p:grpSpPr>
      <p:sp>
        <p:nvSpPr>
          <p:cNvPr id="79" name="Google Shape;79;p33"/>
          <p:cNvSpPr txBox="1"/>
          <p:nvPr>
            <p:ph type="title"/>
          </p:nvPr>
        </p:nvSpPr>
        <p:spPr>
          <a:xfrm>
            <a:off x="1295399" y="1883832"/>
            <a:ext cx="6241816" cy="1371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2800"/>
              <a:buFont typeface="Garamond"/>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3"/>
          <p:cNvSpPr/>
          <p:nvPr>
            <p:ph idx="2" type="pic"/>
          </p:nvPr>
        </p:nvSpPr>
        <p:spPr>
          <a:xfrm>
            <a:off x="8094831" y="1041400"/>
            <a:ext cx="3063347" cy="4775200"/>
          </a:xfrm>
          <a:prstGeom prst="roundRect">
            <a:avLst>
              <a:gd fmla="val 0" name="adj"/>
            </a:avLst>
          </a:prstGeom>
          <a:noFill/>
          <a:ln cap="flat" cmpd="thickThin" w="57150">
            <a:solidFill>
              <a:srgbClr val="7F7F7F"/>
            </a:solidFill>
            <a:prstDash val="solid"/>
            <a:miter lim="800000"/>
            <a:headEnd len="sm" w="sm" type="none"/>
            <a:tailEnd len="sm" w="sm" type="none"/>
          </a:ln>
        </p:spPr>
      </p:sp>
      <p:sp>
        <p:nvSpPr>
          <p:cNvPr id="81" name="Google Shape;81;p33"/>
          <p:cNvSpPr txBox="1"/>
          <p:nvPr>
            <p:ph idx="1" type="body"/>
          </p:nvPr>
        </p:nvSpPr>
        <p:spPr>
          <a:xfrm>
            <a:off x="1295399" y="3255432"/>
            <a:ext cx="6241816" cy="1828800"/>
          </a:xfrm>
          <a:prstGeom prst="rect">
            <a:avLst/>
          </a:prstGeom>
          <a:noFill/>
          <a:ln>
            <a:noFill/>
          </a:ln>
        </p:spPr>
        <p:txBody>
          <a:bodyPr anchorCtr="0" anchor="t" bIns="45700" lIns="91425" spcFirstLastPara="1" rIns="91425" wrap="square" tIns="45700">
            <a:normAutofit/>
          </a:bodyPr>
          <a:lstStyle>
            <a:lvl1pPr indent="-228600" lvl="0" marL="457200" algn="ctr">
              <a:spcBef>
                <a:spcPts val="360"/>
              </a:spcBef>
              <a:spcAft>
                <a:spcPts val="0"/>
              </a:spcAft>
              <a:buSzPts val="2070"/>
              <a:buNone/>
              <a:defRPr sz="1800"/>
            </a:lvl1pPr>
            <a:lvl2pPr indent="-228600" lvl="1" marL="914400" algn="l">
              <a:spcBef>
                <a:spcPts val="600"/>
              </a:spcBef>
              <a:spcAft>
                <a:spcPts val="0"/>
              </a:spcAft>
              <a:buSzPts val="1380"/>
              <a:buNone/>
              <a:defRPr sz="1200"/>
            </a:lvl2pPr>
            <a:lvl3pPr indent="-228600" lvl="2" marL="1371600" algn="l">
              <a:spcBef>
                <a:spcPts val="600"/>
              </a:spcBef>
              <a:spcAft>
                <a:spcPts val="0"/>
              </a:spcAft>
              <a:buSzPts val="1150"/>
              <a:buNone/>
              <a:defRPr sz="1000"/>
            </a:lvl3pPr>
            <a:lvl4pPr indent="-228600" lvl="3" marL="1828800" algn="l">
              <a:spcBef>
                <a:spcPts val="600"/>
              </a:spcBef>
              <a:spcAft>
                <a:spcPts val="0"/>
              </a:spcAft>
              <a:buSzPts val="1035"/>
              <a:buNone/>
              <a:defRPr sz="900"/>
            </a:lvl4pPr>
            <a:lvl5pPr indent="-228600" lvl="4" marL="2286000" algn="l">
              <a:spcBef>
                <a:spcPts val="600"/>
              </a:spcBef>
              <a:spcAft>
                <a:spcPts val="0"/>
              </a:spcAft>
              <a:buSzPts val="1035"/>
              <a:buNone/>
              <a:defRPr sz="900"/>
            </a:lvl5pPr>
            <a:lvl6pPr indent="-228600" lvl="5" marL="2743200" algn="l">
              <a:spcBef>
                <a:spcPts val="600"/>
              </a:spcBef>
              <a:spcAft>
                <a:spcPts val="0"/>
              </a:spcAft>
              <a:buSzPts val="1035"/>
              <a:buNone/>
              <a:defRPr sz="900"/>
            </a:lvl6pPr>
            <a:lvl7pPr indent="-228600" lvl="6" marL="3200400" algn="l">
              <a:spcBef>
                <a:spcPts val="600"/>
              </a:spcBef>
              <a:spcAft>
                <a:spcPts val="0"/>
              </a:spcAft>
              <a:buSzPts val="1035"/>
              <a:buNone/>
              <a:defRPr sz="900"/>
            </a:lvl7pPr>
            <a:lvl8pPr indent="-228600" lvl="7" marL="3657600" algn="l">
              <a:spcBef>
                <a:spcPts val="600"/>
              </a:spcBef>
              <a:spcAft>
                <a:spcPts val="0"/>
              </a:spcAft>
              <a:buSzPts val="1035"/>
              <a:buNone/>
              <a:defRPr sz="900"/>
            </a:lvl8pPr>
            <a:lvl9pPr indent="-228600" lvl="8" marL="4114800" algn="l">
              <a:spcBef>
                <a:spcPts val="600"/>
              </a:spcBef>
              <a:spcAft>
                <a:spcPts val="600"/>
              </a:spcAft>
              <a:buSzPts val="1035"/>
              <a:buNone/>
              <a:defRPr sz="900"/>
            </a:lvl9pPr>
          </a:lstStyle>
          <a:p/>
        </p:txBody>
      </p:sp>
      <p:sp>
        <p:nvSpPr>
          <p:cNvPr id="82" name="Google Shape;82;p33"/>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3"/>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33"/>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85" name="Shape 85"/>
        <p:cNvGrpSpPr/>
        <p:nvPr/>
      </p:nvGrpSpPr>
      <p:grpSpPr>
        <a:xfrm>
          <a:off x="0" y="0"/>
          <a:ext cx="0" cy="0"/>
          <a:chOff x="0" y="0"/>
          <a:chExt cx="0" cy="0"/>
        </a:xfrm>
      </p:grpSpPr>
      <p:sp>
        <p:nvSpPr>
          <p:cNvPr id="86" name="Google Shape;86;p34"/>
          <p:cNvSpPr txBox="1"/>
          <p:nvPr>
            <p:ph type="title"/>
          </p:nvPr>
        </p:nvSpPr>
        <p:spPr>
          <a:xfrm>
            <a:off x="1295401" y="4815415"/>
            <a:ext cx="9609666" cy="566738"/>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262626"/>
              </a:buClr>
              <a:buSzPts val="2400"/>
              <a:buFont typeface="Garamond"/>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4"/>
          <p:cNvSpPr/>
          <p:nvPr>
            <p:ph idx="2" type="pic"/>
          </p:nvPr>
        </p:nvSpPr>
        <p:spPr>
          <a:xfrm>
            <a:off x="1041427" y="1041399"/>
            <a:ext cx="10105972" cy="3335869"/>
          </a:xfrm>
          <a:prstGeom prst="roundRect">
            <a:avLst>
              <a:gd fmla="val 0" name="adj"/>
            </a:avLst>
          </a:prstGeom>
          <a:noFill/>
          <a:ln cap="flat" cmpd="thickThin" w="57150">
            <a:solidFill>
              <a:srgbClr val="7F7F7F"/>
            </a:solidFill>
            <a:prstDash val="solid"/>
            <a:miter lim="800000"/>
            <a:headEnd len="sm" w="sm" type="none"/>
            <a:tailEnd len="sm" w="sm" type="none"/>
          </a:ln>
        </p:spPr>
      </p:sp>
      <p:sp>
        <p:nvSpPr>
          <p:cNvPr id="88" name="Google Shape;88;p34"/>
          <p:cNvSpPr txBox="1"/>
          <p:nvPr>
            <p:ph idx="1" type="body"/>
          </p:nvPr>
        </p:nvSpPr>
        <p:spPr>
          <a:xfrm>
            <a:off x="1295401" y="5382153"/>
            <a:ext cx="9609666" cy="493712"/>
          </a:xfrm>
          <a:prstGeom prst="rect">
            <a:avLst/>
          </a:prstGeom>
          <a:noFill/>
          <a:ln>
            <a:noFill/>
          </a:ln>
        </p:spPr>
        <p:txBody>
          <a:bodyPr anchorCtr="0" anchor="t" bIns="45700" lIns="91425" spcFirstLastPara="1" rIns="91425" wrap="square" tIns="45700">
            <a:normAutofit/>
          </a:bodyPr>
          <a:lstStyle>
            <a:lvl1pPr indent="-228600" lvl="0" marL="457200" algn="ctr">
              <a:spcBef>
                <a:spcPts val="280"/>
              </a:spcBef>
              <a:spcAft>
                <a:spcPts val="0"/>
              </a:spcAft>
              <a:buSzPts val="1610"/>
              <a:buNone/>
              <a:defRPr sz="1400"/>
            </a:lvl1pPr>
            <a:lvl2pPr indent="-228600" lvl="1" marL="914400" algn="l">
              <a:spcBef>
                <a:spcPts val="600"/>
              </a:spcBef>
              <a:spcAft>
                <a:spcPts val="0"/>
              </a:spcAft>
              <a:buSzPts val="1380"/>
              <a:buNone/>
              <a:defRPr sz="1200"/>
            </a:lvl2pPr>
            <a:lvl3pPr indent="-228600" lvl="2" marL="1371600" algn="l">
              <a:spcBef>
                <a:spcPts val="600"/>
              </a:spcBef>
              <a:spcAft>
                <a:spcPts val="0"/>
              </a:spcAft>
              <a:buSzPts val="1150"/>
              <a:buNone/>
              <a:defRPr sz="1000"/>
            </a:lvl3pPr>
            <a:lvl4pPr indent="-228600" lvl="3" marL="1828800" algn="l">
              <a:spcBef>
                <a:spcPts val="600"/>
              </a:spcBef>
              <a:spcAft>
                <a:spcPts val="0"/>
              </a:spcAft>
              <a:buSzPts val="1035"/>
              <a:buNone/>
              <a:defRPr sz="900"/>
            </a:lvl4pPr>
            <a:lvl5pPr indent="-228600" lvl="4" marL="2286000" algn="l">
              <a:spcBef>
                <a:spcPts val="600"/>
              </a:spcBef>
              <a:spcAft>
                <a:spcPts val="0"/>
              </a:spcAft>
              <a:buSzPts val="1035"/>
              <a:buNone/>
              <a:defRPr sz="900"/>
            </a:lvl5pPr>
            <a:lvl6pPr indent="-228600" lvl="5" marL="2743200" algn="l">
              <a:spcBef>
                <a:spcPts val="600"/>
              </a:spcBef>
              <a:spcAft>
                <a:spcPts val="0"/>
              </a:spcAft>
              <a:buSzPts val="1035"/>
              <a:buNone/>
              <a:defRPr sz="900"/>
            </a:lvl6pPr>
            <a:lvl7pPr indent="-228600" lvl="6" marL="3200400" algn="l">
              <a:spcBef>
                <a:spcPts val="600"/>
              </a:spcBef>
              <a:spcAft>
                <a:spcPts val="0"/>
              </a:spcAft>
              <a:buSzPts val="1035"/>
              <a:buNone/>
              <a:defRPr sz="900"/>
            </a:lvl7pPr>
            <a:lvl8pPr indent="-228600" lvl="7" marL="3657600" algn="l">
              <a:spcBef>
                <a:spcPts val="600"/>
              </a:spcBef>
              <a:spcAft>
                <a:spcPts val="0"/>
              </a:spcAft>
              <a:buSzPts val="1035"/>
              <a:buNone/>
              <a:defRPr sz="900"/>
            </a:lvl8pPr>
            <a:lvl9pPr indent="-228600" lvl="8" marL="4114800" algn="l">
              <a:spcBef>
                <a:spcPts val="600"/>
              </a:spcBef>
              <a:spcAft>
                <a:spcPts val="600"/>
              </a:spcAft>
              <a:buSzPts val="1035"/>
              <a:buNone/>
              <a:defRPr sz="900"/>
            </a:lvl9pPr>
          </a:lstStyle>
          <a:p/>
        </p:txBody>
      </p:sp>
      <p:sp>
        <p:nvSpPr>
          <p:cNvPr id="89" name="Google Shape;89;p34"/>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34"/>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34"/>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2" name="Shape 92"/>
        <p:cNvGrpSpPr/>
        <p:nvPr/>
      </p:nvGrpSpPr>
      <p:grpSpPr>
        <a:xfrm>
          <a:off x="0" y="0"/>
          <a:ext cx="0" cy="0"/>
          <a:chOff x="0" y="0"/>
          <a:chExt cx="0" cy="0"/>
        </a:xfrm>
      </p:grpSpPr>
      <p:sp>
        <p:nvSpPr>
          <p:cNvPr id="93" name="Google Shape;93;p35"/>
          <p:cNvSpPr txBox="1"/>
          <p:nvPr>
            <p:ph type="title"/>
          </p:nvPr>
        </p:nvSpPr>
        <p:spPr>
          <a:xfrm>
            <a:off x="1303868" y="982132"/>
            <a:ext cx="9592732" cy="29548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3200"/>
              <a:buFont typeface="Garamond"/>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35"/>
          <p:cNvSpPr txBox="1"/>
          <p:nvPr>
            <p:ph idx="1" type="body"/>
          </p:nvPr>
        </p:nvSpPr>
        <p:spPr>
          <a:xfrm>
            <a:off x="1303868" y="4343399"/>
            <a:ext cx="9592732" cy="1532467"/>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2300"/>
              <a:buNone/>
              <a:defRPr sz="20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95" name="Google Shape;95;p35"/>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35"/>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35"/>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98" name="Google Shape;98;p35"/>
          <p:cNvCxnSpPr/>
          <p:nvPr/>
        </p:nvCxnSpPr>
        <p:spPr>
          <a:xfrm>
            <a:off x="1396169" y="4140199"/>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9" name="Shape 99"/>
        <p:cNvGrpSpPr/>
        <p:nvPr/>
      </p:nvGrpSpPr>
      <p:grpSpPr>
        <a:xfrm>
          <a:off x="0" y="0"/>
          <a:ext cx="0" cy="0"/>
          <a:chOff x="0" y="0"/>
          <a:chExt cx="0" cy="0"/>
        </a:xfrm>
      </p:grpSpPr>
      <p:sp>
        <p:nvSpPr>
          <p:cNvPr id="100" name="Google Shape;100;p36"/>
          <p:cNvSpPr txBox="1"/>
          <p:nvPr>
            <p:ph type="title"/>
          </p:nvPr>
        </p:nvSpPr>
        <p:spPr>
          <a:xfrm>
            <a:off x="1446213" y="982132"/>
            <a:ext cx="9296398" cy="23706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Garamond"/>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36"/>
          <p:cNvSpPr txBox="1"/>
          <p:nvPr>
            <p:ph idx="1" type="body"/>
          </p:nvPr>
        </p:nvSpPr>
        <p:spPr>
          <a:xfrm>
            <a:off x="1674812" y="3352800"/>
            <a:ext cx="8839202" cy="584200"/>
          </a:xfrm>
          <a:prstGeom prst="rect">
            <a:avLst/>
          </a:prstGeom>
          <a:noFill/>
          <a:ln>
            <a:noFill/>
          </a:ln>
        </p:spPr>
        <p:txBody>
          <a:bodyPr anchorCtr="0" anchor="ctr" bIns="45700" lIns="91425" spcFirstLastPara="1" rIns="91425" wrap="square" tIns="45700">
            <a:normAutofit/>
          </a:bodyPr>
          <a:lstStyle>
            <a:lvl1pPr indent="-228600" lvl="0" marL="457200" algn="r">
              <a:spcBef>
                <a:spcPts val="400"/>
              </a:spcBef>
              <a:spcAft>
                <a:spcPts val="0"/>
              </a:spcAft>
              <a:buSzPts val="2300"/>
              <a:buFont typeface="Garamond"/>
              <a:buNone/>
              <a:defRPr sz="2000"/>
            </a:lvl1pPr>
            <a:lvl2pPr indent="-228600" lvl="1" marL="914400" algn="l">
              <a:spcBef>
                <a:spcPts val="600"/>
              </a:spcBef>
              <a:spcAft>
                <a:spcPts val="0"/>
              </a:spcAft>
              <a:buSzPts val="2300"/>
              <a:buFont typeface="Garamond"/>
              <a:buNone/>
              <a:defRPr/>
            </a:lvl2pPr>
            <a:lvl3pPr indent="-228600" lvl="2" marL="1371600" algn="l">
              <a:spcBef>
                <a:spcPts val="600"/>
              </a:spcBef>
              <a:spcAft>
                <a:spcPts val="0"/>
              </a:spcAft>
              <a:buSzPts val="2070"/>
              <a:buFont typeface="Garamond"/>
              <a:buNone/>
              <a:defRPr/>
            </a:lvl3pPr>
            <a:lvl4pPr indent="-228600" lvl="3" marL="1828800" algn="l">
              <a:spcBef>
                <a:spcPts val="600"/>
              </a:spcBef>
              <a:spcAft>
                <a:spcPts val="0"/>
              </a:spcAft>
              <a:buSzPts val="1840"/>
              <a:buFont typeface="Garamond"/>
              <a:buNone/>
              <a:defRPr/>
            </a:lvl4pPr>
            <a:lvl5pPr indent="-228600" lvl="4" marL="2286000" algn="l">
              <a:spcBef>
                <a:spcPts val="600"/>
              </a:spcBef>
              <a:spcAft>
                <a:spcPts val="0"/>
              </a:spcAft>
              <a:buSzPts val="1610"/>
              <a:buFont typeface="Garamond"/>
              <a:buNone/>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102" name="Google Shape;102;p36"/>
          <p:cNvSpPr txBox="1"/>
          <p:nvPr>
            <p:ph idx="2" type="body"/>
          </p:nvPr>
        </p:nvSpPr>
        <p:spPr>
          <a:xfrm>
            <a:off x="1295401" y="4343399"/>
            <a:ext cx="9609666" cy="1532467"/>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2300"/>
              <a:buNone/>
              <a:defRPr sz="20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03" name="Google Shape;103;p36"/>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36"/>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36"/>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6" name="Google Shape;106;p36"/>
          <p:cNvSpPr txBox="1"/>
          <p:nvPr/>
        </p:nvSpPr>
        <p:spPr>
          <a:xfrm>
            <a:off x="862013" y="879961"/>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dk1"/>
                </a:solidFill>
                <a:latin typeface="Garamond"/>
                <a:ea typeface="Garamond"/>
                <a:cs typeface="Garamond"/>
                <a:sym typeface="Garamond"/>
              </a:rPr>
              <a:t>“</a:t>
            </a:r>
            <a:endParaRPr/>
          </a:p>
        </p:txBody>
      </p:sp>
      <p:sp>
        <p:nvSpPr>
          <p:cNvPr id="107" name="Google Shape;107;p36"/>
          <p:cNvSpPr txBox="1"/>
          <p:nvPr/>
        </p:nvSpPr>
        <p:spPr>
          <a:xfrm>
            <a:off x="10600267" y="2827870"/>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8000">
                <a:solidFill>
                  <a:schemeClr val="dk1"/>
                </a:solidFill>
                <a:latin typeface="Garamond"/>
                <a:ea typeface="Garamond"/>
                <a:cs typeface="Garamond"/>
                <a:sym typeface="Garamond"/>
              </a:rPr>
              <a:t>”</a:t>
            </a:r>
            <a:endParaRPr/>
          </a:p>
        </p:txBody>
      </p:sp>
      <p:cxnSp>
        <p:nvCxnSpPr>
          <p:cNvPr id="108" name="Google Shape;108;p36"/>
          <p:cNvCxnSpPr/>
          <p:nvPr/>
        </p:nvCxnSpPr>
        <p:spPr>
          <a:xfrm>
            <a:off x="1396169" y="4140199"/>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9" name="Shape 109"/>
        <p:cNvGrpSpPr/>
        <p:nvPr/>
      </p:nvGrpSpPr>
      <p:grpSpPr>
        <a:xfrm>
          <a:off x="0" y="0"/>
          <a:ext cx="0" cy="0"/>
          <a:chOff x="0" y="0"/>
          <a:chExt cx="0" cy="0"/>
        </a:xfrm>
      </p:grpSpPr>
      <p:sp>
        <p:nvSpPr>
          <p:cNvPr id="110" name="Google Shape;110;p37"/>
          <p:cNvSpPr txBox="1"/>
          <p:nvPr>
            <p:ph type="title"/>
          </p:nvPr>
        </p:nvSpPr>
        <p:spPr>
          <a:xfrm>
            <a:off x="1295402" y="3308581"/>
            <a:ext cx="9609668" cy="1468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3200"/>
              <a:buFont typeface="Garamond"/>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37"/>
          <p:cNvSpPr txBox="1"/>
          <p:nvPr>
            <p:ph idx="1" type="body"/>
          </p:nvPr>
        </p:nvSpPr>
        <p:spPr>
          <a:xfrm>
            <a:off x="1295401" y="4777381"/>
            <a:ext cx="9609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SzPts val="2300"/>
              <a:buNone/>
              <a:defRPr sz="20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12" name="Google Shape;112;p37"/>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37"/>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37"/>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5" name="Shape 115"/>
        <p:cNvGrpSpPr/>
        <p:nvPr/>
      </p:nvGrpSpPr>
      <p:grpSpPr>
        <a:xfrm>
          <a:off x="0" y="0"/>
          <a:ext cx="0" cy="0"/>
          <a:chOff x="0" y="0"/>
          <a:chExt cx="0" cy="0"/>
        </a:xfrm>
      </p:grpSpPr>
      <p:sp>
        <p:nvSpPr>
          <p:cNvPr id="116" name="Google Shape;116;p38"/>
          <p:cNvSpPr txBox="1"/>
          <p:nvPr>
            <p:ph type="title"/>
          </p:nvPr>
        </p:nvSpPr>
        <p:spPr>
          <a:xfrm>
            <a:off x="1446213" y="982132"/>
            <a:ext cx="9296398" cy="22436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Garamond"/>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38"/>
          <p:cNvSpPr txBox="1"/>
          <p:nvPr>
            <p:ph idx="1" type="body"/>
          </p:nvPr>
        </p:nvSpPr>
        <p:spPr>
          <a:xfrm>
            <a:off x="1295401" y="3639312"/>
            <a:ext cx="9609668" cy="886968"/>
          </a:xfrm>
          <a:prstGeom prst="rect">
            <a:avLst/>
          </a:prstGeom>
          <a:noFill/>
          <a:ln>
            <a:noFill/>
          </a:ln>
        </p:spPr>
        <p:txBody>
          <a:bodyPr anchorCtr="0" anchor="b" bIns="45700" lIns="91425" spcFirstLastPara="1" rIns="91425" wrap="square" tIns="45700">
            <a:normAutofit/>
          </a:bodyPr>
          <a:lstStyle>
            <a:lvl1pPr indent="-228600" lvl="0" marL="457200" algn="l">
              <a:spcBef>
                <a:spcPts val="0"/>
              </a:spcBef>
              <a:spcAft>
                <a:spcPts val="0"/>
              </a:spcAft>
              <a:buSzPts val="2760"/>
              <a:buNone/>
              <a:defRPr sz="24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18" name="Google Shape;118;p38"/>
          <p:cNvSpPr txBox="1"/>
          <p:nvPr>
            <p:ph idx="2" type="body"/>
          </p:nvPr>
        </p:nvSpPr>
        <p:spPr>
          <a:xfrm>
            <a:off x="1295401" y="4529667"/>
            <a:ext cx="9609668" cy="13462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2070"/>
              <a:buNone/>
              <a:defRPr sz="18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19" name="Google Shape;119;p38"/>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38"/>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38"/>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2" name="Google Shape;122;p38"/>
          <p:cNvSpPr txBox="1"/>
          <p:nvPr/>
        </p:nvSpPr>
        <p:spPr>
          <a:xfrm>
            <a:off x="862013" y="879961"/>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dk1"/>
                </a:solidFill>
                <a:latin typeface="Garamond"/>
                <a:ea typeface="Garamond"/>
                <a:cs typeface="Garamond"/>
                <a:sym typeface="Garamond"/>
              </a:rPr>
              <a:t>“</a:t>
            </a:r>
            <a:endParaRPr/>
          </a:p>
        </p:txBody>
      </p:sp>
      <p:sp>
        <p:nvSpPr>
          <p:cNvPr id="123" name="Google Shape;123;p38"/>
          <p:cNvSpPr txBox="1"/>
          <p:nvPr/>
        </p:nvSpPr>
        <p:spPr>
          <a:xfrm>
            <a:off x="10600267" y="2599261"/>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8000">
                <a:solidFill>
                  <a:schemeClr val="dk1"/>
                </a:solidFill>
                <a:latin typeface="Garamond"/>
                <a:ea typeface="Garamond"/>
                <a:cs typeface="Garamond"/>
                <a:sym typeface="Garamond"/>
              </a:rPr>
              <a:t>”</a:t>
            </a:r>
            <a:endParaRPr/>
          </a:p>
        </p:txBody>
      </p:sp>
      <p:cxnSp>
        <p:nvCxnSpPr>
          <p:cNvPr id="124" name="Google Shape;124;p38"/>
          <p:cNvCxnSpPr/>
          <p:nvPr/>
        </p:nvCxnSpPr>
        <p:spPr>
          <a:xfrm>
            <a:off x="1396169" y="3429000"/>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5" name="Shape 125"/>
        <p:cNvGrpSpPr/>
        <p:nvPr/>
      </p:nvGrpSpPr>
      <p:grpSpPr>
        <a:xfrm>
          <a:off x="0" y="0"/>
          <a:ext cx="0" cy="0"/>
          <a:chOff x="0" y="0"/>
          <a:chExt cx="0" cy="0"/>
        </a:xfrm>
      </p:grpSpPr>
      <p:sp>
        <p:nvSpPr>
          <p:cNvPr id="126" name="Google Shape;126;p39"/>
          <p:cNvSpPr txBox="1"/>
          <p:nvPr>
            <p:ph type="title"/>
          </p:nvPr>
        </p:nvSpPr>
        <p:spPr>
          <a:xfrm>
            <a:off x="1295401" y="982132"/>
            <a:ext cx="9609666" cy="22436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4400"/>
              <a:buFont typeface="Garamond"/>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39"/>
          <p:cNvSpPr txBox="1"/>
          <p:nvPr>
            <p:ph idx="1" type="body"/>
          </p:nvPr>
        </p:nvSpPr>
        <p:spPr>
          <a:xfrm>
            <a:off x="1295401" y="3630168"/>
            <a:ext cx="9609668" cy="841248"/>
          </a:xfrm>
          <a:prstGeom prst="rect">
            <a:avLst/>
          </a:prstGeom>
          <a:noFill/>
          <a:ln>
            <a:noFill/>
          </a:ln>
        </p:spPr>
        <p:txBody>
          <a:bodyPr anchorCtr="0" anchor="b" bIns="45700" lIns="91425" spcFirstLastPara="1" rIns="91425" wrap="square" tIns="45700">
            <a:normAutofit/>
          </a:bodyPr>
          <a:lstStyle>
            <a:lvl1pPr indent="-228600" lvl="0" marL="457200" algn="l">
              <a:spcBef>
                <a:spcPts val="0"/>
              </a:spcBef>
              <a:spcAft>
                <a:spcPts val="0"/>
              </a:spcAft>
              <a:buSzPts val="3220"/>
              <a:buNone/>
              <a:defRPr sz="28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28" name="Google Shape;128;p39"/>
          <p:cNvSpPr txBox="1"/>
          <p:nvPr>
            <p:ph idx="2" type="body"/>
          </p:nvPr>
        </p:nvSpPr>
        <p:spPr>
          <a:xfrm>
            <a:off x="1295400" y="4470399"/>
            <a:ext cx="9609670" cy="1405467"/>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2070"/>
              <a:buNone/>
              <a:defRPr sz="1800">
                <a:solidFill>
                  <a:schemeClr val="dk1"/>
                </a:solidFill>
              </a:defRPr>
            </a:lvl1pPr>
            <a:lvl2pPr indent="-228600" lvl="1" marL="914400" algn="l">
              <a:spcBef>
                <a:spcPts val="600"/>
              </a:spcBef>
              <a:spcAft>
                <a:spcPts val="0"/>
              </a:spcAft>
              <a:buSzPts val="2070"/>
              <a:buNone/>
              <a:defRPr sz="1800">
                <a:solidFill>
                  <a:srgbClr val="888888"/>
                </a:solidFill>
              </a:defRPr>
            </a:lvl2pPr>
            <a:lvl3pPr indent="-228600" lvl="2" marL="1371600" algn="l">
              <a:spcBef>
                <a:spcPts val="600"/>
              </a:spcBef>
              <a:spcAft>
                <a:spcPts val="0"/>
              </a:spcAft>
              <a:buSzPts val="1840"/>
              <a:buNone/>
              <a:defRPr sz="1600">
                <a:solidFill>
                  <a:srgbClr val="888888"/>
                </a:solidFill>
              </a:defRPr>
            </a:lvl3pPr>
            <a:lvl4pPr indent="-228600" lvl="3" marL="1828800" algn="l">
              <a:spcBef>
                <a:spcPts val="600"/>
              </a:spcBef>
              <a:spcAft>
                <a:spcPts val="0"/>
              </a:spcAft>
              <a:buSzPts val="1610"/>
              <a:buNone/>
              <a:defRPr sz="1400">
                <a:solidFill>
                  <a:srgbClr val="888888"/>
                </a:solidFill>
              </a:defRPr>
            </a:lvl4pPr>
            <a:lvl5pPr indent="-228600" lvl="4" marL="2286000" algn="l">
              <a:spcBef>
                <a:spcPts val="600"/>
              </a:spcBef>
              <a:spcAft>
                <a:spcPts val="0"/>
              </a:spcAft>
              <a:buSzPts val="1610"/>
              <a:buNone/>
              <a:defRPr sz="1400">
                <a:solidFill>
                  <a:srgbClr val="888888"/>
                </a:solidFill>
              </a:defRPr>
            </a:lvl5pPr>
            <a:lvl6pPr indent="-228600" lvl="5" marL="2743200" algn="l">
              <a:spcBef>
                <a:spcPts val="600"/>
              </a:spcBef>
              <a:spcAft>
                <a:spcPts val="0"/>
              </a:spcAft>
              <a:buSzPts val="1610"/>
              <a:buNone/>
              <a:defRPr sz="1400">
                <a:solidFill>
                  <a:srgbClr val="888888"/>
                </a:solidFill>
              </a:defRPr>
            </a:lvl6pPr>
            <a:lvl7pPr indent="-228600" lvl="6" marL="3200400" algn="l">
              <a:spcBef>
                <a:spcPts val="600"/>
              </a:spcBef>
              <a:spcAft>
                <a:spcPts val="0"/>
              </a:spcAft>
              <a:buSzPts val="1610"/>
              <a:buNone/>
              <a:defRPr sz="1400">
                <a:solidFill>
                  <a:srgbClr val="888888"/>
                </a:solidFill>
              </a:defRPr>
            </a:lvl7pPr>
            <a:lvl8pPr indent="-228600" lvl="7" marL="3657600" algn="l">
              <a:spcBef>
                <a:spcPts val="600"/>
              </a:spcBef>
              <a:spcAft>
                <a:spcPts val="0"/>
              </a:spcAft>
              <a:buSzPts val="1610"/>
              <a:buNone/>
              <a:defRPr sz="1400">
                <a:solidFill>
                  <a:srgbClr val="888888"/>
                </a:solidFill>
              </a:defRPr>
            </a:lvl8pPr>
            <a:lvl9pPr indent="-228600" lvl="8" marL="4114800" algn="l">
              <a:spcBef>
                <a:spcPts val="600"/>
              </a:spcBef>
              <a:spcAft>
                <a:spcPts val="600"/>
              </a:spcAft>
              <a:buSzPts val="1610"/>
              <a:buNone/>
              <a:defRPr sz="1400">
                <a:solidFill>
                  <a:srgbClr val="888888"/>
                </a:solidFill>
              </a:defRPr>
            </a:lvl9pPr>
          </a:lstStyle>
          <a:p/>
        </p:txBody>
      </p:sp>
      <p:sp>
        <p:nvSpPr>
          <p:cNvPr id="129" name="Google Shape;129;p39"/>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39"/>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39"/>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32" name="Google Shape;132;p39"/>
          <p:cNvCxnSpPr/>
          <p:nvPr/>
        </p:nvCxnSpPr>
        <p:spPr>
          <a:xfrm>
            <a:off x="1396169" y="3429000"/>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3" name="Shape 133"/>
        <p:cNvGrpSpPr/>
        <p:nvPr/>
      </p:nvGrpSpPr>
      <p:grpSpPr>
        <a:xfrm>
          <a:off x="0" y="0"/>
          <a:ext cx="0" cy="0"/>
          <a:chOff x="0" y="0"/>
          <a:chExt cx="0" cy="0"/>
        </a:xfrm>
      </p:grpSpPr>
      <p:sp>
        <p:nvSpPr>
          <p:cNvPr id="134" name="Google Shape;134;p40"/>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40"/>
          <p:cNvSpPr txBox="1"/>
          <p:nvPr>
            <p:ph idx="1" type="body"/>
          </p:nvPr>
        </p:nvSpPr>
        <p:spPr>
          <a:xfrm rot="5400000">
            <a:off x="4436531" y="-584198"/>
            <a:ext cx="3318936" cy="9601196"/>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136" name="Google Shape;136;p40"/>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40"/>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40"/>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39" name="Google Shape;139;p40"/>
          <p:cNvCxnSpPr/>
          <p:nvPr/>
        </p:nvCxnSpPr>
        <p:spPr>
          <a:xfrm>
            <a:off x="1396169" y="2421466"/>
            <a:ext cx="9407298"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0" name="Shape 140"/>
        <p:cNvGrpSpPr/>
        <p:nvPr/>
      </p:nvGrpSpPr>
      <p:grpSpPr>
        <a:xfrm>
          <a:off x="0" y="0"/>
          <a:ext cx="0" cy="0"/>
          <a:chOff x="0" y="0"/>
          <a:chExt cx="0" cy="0"/>
        </a:xfrm>
      </p:grpSpPr>
      <p:sp>
        <p:nvSpPr>
          <p:cNvPr id="141" name="Google Shape;141;p41"/>
          <p:cNvSpPr txBox="1"/>
          <p:nvPr>
            <p:ph type="title"/>
          </p:nvPr>
        </p:nvSpPr>
        <p:spPr>
          <a:xfrm rot="5400000">
            <a:off x="7497936" y="2483551"/>
            <a:ext cx="4893735" cy="189089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41"/>
          <p:cNvSpPr txBox="1"/>
          <p:nvPr>
            <p:ph idx="1" type="body"/>
          </p:nvPr>
        </p:nvSpPr>
        <p:spPr>
          <a:xfrm rot="5400000">
            <a:off x="2565043" y="-287514"/>
            <a:ext cx="4893734" cy="7433025"/>
          </a:xfrm>
          <a:prstGeom prst="rect">
            <a:avLst/>
          </a:prstGeom>
          <a:noFill/>
          <a:ln>
            <a:noFill/>
          </a:ln>
        </p:spPr>
        <p:txBody>
          <a:bodyPr anchorCtr="0" anchor="t" bIns="45700" lIns="91425" spcFirstLastPara="1" rIns="91425" wrap="square" tIns="45700">
            <a:normAutofit/>
          </a:bodyPr>
          <a:lstStyle>
            <a:lvl1pPr indent="-360045" lvl="0" marL="457200" algn="l">
              <a:spcBef>
                <a:spcPts val="360"/>
              </a:spcBef>
              <a:spcAft>
                <a:spcPts val="0"/>
              </a:spcAft>
              <a:buSzPts val="2070"/>
              <a:buChar char="•"/>
              <a:defRPr/>
            </a:lvl1pPr>
            <a:lvl2pPr indent="-360044" lvl="1" marL="914400" algn="l">
              <a:spcBef>
                <a:spcPts val="600"/>
              </a:spcBef>
              <a:spcAft>
                <a:spcPts val="0"/>
              </a:spcAft>
              <a:buSzPts val="2070"/>
              <a:buChar char="•"/>
              <a:defRPr/>
            </a:lvl2pPr>
            <a:lvl3pPr indent="-360044" lvl="2" marL="1371600" algn="l">
              <a:spcBef>
                <a:spcPts val="600"/>
              </a:spcBef>
              <a:spcAft>
                <a:spcPts val="0"/>
              </a:spcAft>
              <a:buSzPts val="2070"/>
              <a:buChar char="•"/>
              <a:defRPr/>
            </a:lvl3pPr>
            <a:lvl4pPr indent="-360044" lvl="3" marL="1828800" algn="l">
              <a:spcBef>
                <a:spcPts val="600"/>
              </a:spcBef>
              <a:spcAft>
                <a:spcPts val="0"/>
              </a:spcAft>
              <a:buSzPts val="2070"/>
              <a:buChar char="•"/>
              <a:defRPr/>
            </a:lvl4pPr>
            <a:lvl5pPr indent="-360045" lvl="4" marL="2286000" algn="l">
              <a:spcBef>
                <a:spcPts val="600"/>
              </a:spcBef>
              <a:spcAft>
                <a:spcPts val="0"/>
              </a:spcAft>
              <a:buSzPts val="2070"/>
              <a:buChar char="•"/>
              <a:defRPr/>
            </a:lvl5pPr>
            <a:lvl6pPr indent="-360045" lvl="5" marL="2743200" algn="l">
              <a:spcBef>
                <a:spcPts val="600"/>
              </a:spcBef>
              <a:spcAft>
                <a:spcPts val="0"/>
              </a:spcAft>
              <a:buSzPts val="2070"/>
              <a:buChar char="•"/>
              <a:defRPr/>
            </a:lvl6pPr>
            <a:lvl7pPr indent="-360045" lvl="6" marL="3200400" algn="l">
              <a:spcBef>
                <a:spcPts val="600"/>
              </a:spcBef>
              <a:spcAft>
                <a:spcPts val="0"/>
              </a:spcAft>
              <a:buSzPts val="2070"/>
              <a:buChar char="•"/>
              <a:defRPr/>
            </a:lvl7pPr>
            <a:lvl8pPr indent="-360045" lvl="7" marL="3657600" algn="l">
              <a:spcBef>
                <a:spcPts val="600"/>
              </a:spcBef>
              <a:spcAft>
                <a:spcPts val="0"/>
              </a:spcAft>
              <a:buSzPts val="2070"/>
              <a:buChar char="•"/>
              <a:defRPr/>
            </a:lvl8pPr>
            <a:lvl9pPr indent="-360045" lvl="8" marL="4114800" algn="l">
              <a:spcBef>
                <a:spcPts val="600"/>
              </a:spcBef>
              <a:spcAft>
                <a:spcPts val="600"/>
              </a:spcAft>
              <a:buSzPts val="2070"/>
              <a:buChar char="•"/>
              <a:defRPr/>
            </a:lvl9pPr>
          </a:lstStyle>
          <a:p/>
        </p:txBody>
      </p:sp>
      <p:sp>
        <p:nvSpPr>
          <p:cNvPr id="143" name="Google Shape;143;p41"/>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41"/>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41"/>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46" name="Google Shape;146;p41"/>
          <p:cNvCxnSpPr/>
          <p:nvPr/>
        </p:nvCxnSpPr>
        <p:spPr>
          <a:xfrm>
            <a:off x="8863890" y="990600"/>
            <a:ext cx="0" cy="487680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7.xml"/><Relationship Id="rId11" Type="http://schemas.openxmlformats.org/officeDocument/2006/relationships/slideLayout" Target="../slideLayouts/slideLayout8.xml"/><Relationship Id="rId10" Type="http://schemas.openxmlformats.org/officeDocument/2006/relationships/slideLayout" Target="../slideLayouts/slideLayout7.xml"/><Relationship Id="rId21" Type="http://schemas.openxmlformats.org/officeDocument/2006/relationships/theme" Target="../theme/theme1.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2.jpg"/><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slideLayout" Target="../slideLayouts/slideLayout12.xml"/><Relationship Id="rId14" Type="http://schemas.openxmlformats.org/officeDocument/2006/relationships/slideLayout" Target="../slideLayouts/slideLayout11.xml"/><Relationship Id="rId17" Type="http://schemas.openxmlformats.org/officeDocument/2006/relationships/slideLayout" Target="../slideLayouts/slideLayout14.xml"/><Relationship Id="rId16" Type="http://schemas.openxmlformats.org/officeDocument/2006/relationships/slideLayout" Target="../slideLayouts/slideLayout13.xml"/><Relationship Id="rId5" Type="http://schemas.openxmlformats.org/officeDocument/2006/relationships/slideLayout" Target="../slideLayouts/slideLayout2.xml"/><Relationship Id="rId19" Type="http://schemas.openxmlformats.org/officeDocument/2006/relationships/slideLayout" Target="../slideLayouts/slideLayout16.xml"/><Relationship Id="rId6" Type="http://schemas.openxmlformats.org/officeDocument/2006/relationships/slideLayout" Target="../slideLayouts/slideLayout3.xml"/><Relationship Id="rId18" Type="http://schemas.openxmlformats.org/officeDocument/2006/relationships/slideLayout" Target="../slideLayouts/slideLayout15.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grpSp>
        <p:nvGrpSpPr>
          <p:cNvPr id="6" name="Google Shape;6;p24"/>
          <p:cNvGrpSpPr/>
          <p:nvPr/>
        </p:nvGrpSpPr>
        <p:grpSpPr>
          <a:xfrm>
            <a:off x="-15736" y="0"/>
            <a:ext cx="12229962" cy="6856214"/>
            <a:chOff x="-15736" y="0"/>
            <a:chExt cx="12229962" cy="6856214"/>
          </a:xfrm>
        </p:grpSpPr>
        <p:pic>
          <p:nvPicPr>
            <p:cNvPr descr="HD-PanelContent.png" id="7" name="Google Shape;7;p24"/>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8" name="Google Shape;8;p24"/>
            <p:cNvSpPr/>
            <p:nvPr/>
          </p:nvSpPr>
          <p:spPr>
            <a:xfrm>
              <a:off x="608012" y="609600"/>
              <a:ext cx="10972800" cy="5638800"/>
            </a:xfrm>
            <a:prstGeom prst="rect">
              <a:avLst/>
            </a:prstGeom>
            <a:noFill/>
            <a:ln cap="flat" cmpd="sng" w="15875">
              <a:solidFill>
                <a:schemeClr val="accen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DRibbonContent-UniformTrim.png" id="9" name="Google Shape;9;p24"/>
            <p:cNvPicPr preferRelativeResize="0"/>
            <p:nvPr/>
          </p:nvPicPr>
          <p:blipFill rotWithShape="1">
            <a:blip r:embed="rId3">
              <a:alphaModFix/>
            </a:blip>
            <a:srcRect b="0" l="0" r="0" t="0"/>
            <a:stretch/>
          </p:blipFill>
          <p:spPr>
            <a:xfrm>
              <a:off x="-15736" y="3153832"/>
              <a:ext cx="777240" cy="606425"/>
            </a:xfrm>
            <a:prstGeom prst="rect">
              <a:avLst/>
            </a:prstGeom>
            <a:noFill/>
            <a:ln>
              <a:noFill/>
            </a:ln>
          </p:spPr>
        </p:pic>
        <p:pic>
          <p:nvPicPr>
            <p:cNvPr descr="HDRibbonContent-UniformTrim.png" id="10" name="Google Shape;10;p24"/>
            <p:cNvPicPr preferRelativeResize="0"/>
            <p:nvPr/>
          </p:nvPicPr>
          <p:blipFill rotWithShape="1">
            <a:blip r:embed="rId3">
              <a:alphaModFix/>
            </a:blip>
            <a:srcRect b="0" l="0" r="0" t="0"/>
            <a:stretch/>
          </p:blipFill>
          <p:spPr>
            <a:xfrm>
              <a:off x="11436986" y="3153832"/>
              <a:ext cx="777240" cy="606425"/>
            </a:xfrm>
            <a:prstGeom prst="rect">
              <a:avLst/>
            </a:prstGeom>
            <a:noFill/>
            <a:ln>
              <a:noFill/>
            </a:ln>
          </p:spPr>
        </p:pic>
      </p:grpSp>
      <p:sp>
        <p:nvSpPr>
          <p:cNvPr id="11" name="Google Shape;11;p24"/>
          <p:cNvSpPr txBox="1"/>
          <p:nvPr>
            <p:ph type="title"/>
          </p:nvPr>
        </p:nvSpPr>
        <p:spPr>
          <a:xfrm>
            <a:off x="1295402" y="982132"/>
            <a:ext cx="9601196" cy="1303867"/>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rgbClr val="262626"/>
              </a:buClr>
              <a:buSzPts val="4400"/>
              <a:buFont typeface="Garamond"/>
              <a:buNone/>
              <a:defRPr b="0" i="0" sz="4400" u="none" cap="none" strike="noStrike">
                <a:solidFill>
                  <a:srgbClr val="262626"/>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2" name="Google Shape;12;p24"/>
          <p:cNvSpPr txBox="1"/>
          <p:nvPr>
            <p:ph idx="1" type="body"/>
          </p:nvPr>
        </p:nvSpPr>
        <p:spPr>
          <a:xfrm>
            <a:off x="1295401" y="2556932"/>
            <a:ext cx="9601196" cy="3318936"/>
          </a:xfrm>
          <a:prstGeom prst="rect">
            <a:avLst/>
          </a:prstGeom>
          <a:noFill/>
          <a:ln>
            <a:noFill/>
          </a:ln>
        </p:spPr>
        <p:txBody>
          <a:bodyPr anchorCtr="0" anchor="t" bIns="45700" lIns="91425" spcFirstLastPara="1" rIns="91425" wrap="square" tIns="45700">
            <a:normAutofit/>
          </a:bodyPr>
          <a:lstStyle>
            <a:lvl1pPr indent="-403860" lvl="0" marL="457200" marR="0" rtl="0" algn="l">
              <a:spcBef>
                <a:spcPts val="480"/>
              </a:spcBef>
              <a:spcAft>
                <a:spcPts val="0"/>
              </a:spcAft>
              <a:buClr>
                <a:schemeClr val="accent1"/>
              </a:buClr>
              <a:buSzPts val="2760"/>
              <a:buFont typeface="Arial"/>
              <a:buChar char="•"/>
              <a:defRPr b="0" i="0" sz="2400" u="none" cap="none" strike="noStrike">
                <a:solidFill>
                  <a:srgbClr val="262626"/>
                </a:solidFill>
                <a:latin typeface="Garamond"/>
                <a:ea typeface="Garamond"/>
                <a:cs typeface="Garamond"/>
                <a:sym typeface="Garamond"/>
              </a:defRPr>
            </a:lvl1pPr>
            <a:lvl2pPr indent="-374650" lvl="1" marL="914400" marR="0" rtl="0" algn="l">
              <a:spcBef>
                <a:spcPts val="600"/>
              </a:spcBef>
              <a:spcAft>
                <a:spcPts val="0"/>
              </a:spcAft>
              <a:buClr>
                <a:schemeClr val="accent1"/>
              </a:buClr>
              <a:buSzPts val="2300"/>
              <a:buFont typeface="Arial"/>
              <a:buChar char="•"/>
              <a:defRPr b="0" i="0" sz="2000" u="none" cap="none" strike="noStrike">
                <a:solidFill>
                  <a:srgbClr val="262626"/>
                </a:solidFill>
                <a:latin typeface="Garamond"/>
                <a:ea typeface="Garamond"/>
                <a:cs typeface="Garamond"/>
                <a:sym typeface="Garamond"/>
              </a:defRPr>
            </a:lvl2pPr>
            <a:lvl3pPr indent="-360044" lvl="2" marL="1371600" marR="0" rtl="0" algn="l">
              <a:spcBef>
                <a:spcPts val="600"/>
              </a:spcBef>
              <a:spcAft>
                <a:spcPts val="0"/>
              </a:spcAft>
              <a:buClr>
                <a:schemeClr val="accent1"/>
              </a:buClr>
              <a:buSzPts val="2070"/>
              <a:buFont typeface="Arial"/>
              <a:buChar char="•"/>
              <a:defRPr b="0" i="0" sz="1800" u="none" cap="none" strike="noStrike">
                <a:solidFill>
                  <a:srgbClr val="262626"/>
                </a:solidFill>
                <a:latin typeface="Garamond"/>
                <a:ea typeface="Garamond"/>
                <a:cs typeface="Garamond"/>
                <a:sym typeface="Garamond"/>
              </a:defRPr>
            </a:lvl3pPr>
            <a:lvl4pPr indent="-345439" lvl="3" marL="1828800" marR="0" rtl="0" algn="l">
              <a:spcBef>
                <a:spcPts val="600"/>
              </a:spcBef>
              <a:spcAft>
                <a:spcPts val="0"/>
              </a:spcAft>
              <a:buClr>
                <a:schemeClr val="accent1"/>
              </a:buClr>
              <a:buSzPts val="1840"/>
              <a:buFont typeface="Arial"/>
              <a:buChar char="•"/>
              <a:defRPr b="0" i="0" sz="1600" u="none" cap="none" strike="noStrike">
                <a:solidFill>
                  <a:srgbClr val="262626"/>
                </a:solidFill>
                <a:latin typeface="Garamond"/>
                <a:ea typeface="Garamond"/>
                <a:cs typeface="Garamond"/>
                <a:sym typeface="Garamond"/>
              </a:defRPr>
            </a:lvl4pPr>
            <a:lvl5pPr indent="-330835" lvl="4" marL="2286000" marR="0" rtl="0" algn="l">
              <a:spcBef>
                <a:spcPts val="600"/>
              </a:spcBef>
              <a:spcAft>
                <a:spcPts val="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5pPr>
            <a:lvl6pPr indent="-330835" lvl="5" marL="2743200" marR="0" rtl="0" algn="l">
              <a:spcBef>
                <a:spcPts val="600"/>
              </a:spcBef>
              <a:spcAft>
                <a:spcPts val="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6pPr>
            <a:lvl7pPr indent="-330835" lvl="6" marL="3200400" marR="0" rtl="0" algn="l">
              <a:spcBef>
                <a:spcPts val="600"/>
              </a:spcBef>
              <a:spcAft>
                <a:spcPts val="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7pPr>
            <a:lvl8pPr indent="-330834" lvl="7" marL="3657600" marR="0" rtl="0" algn="l">
              <a:spcBef>
                <a:spcPts val="600"/>
              </a:spcBef>
              <a:spcAft>
                <a:spcPts val="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8pPr>
            <a:lvl9pPr indent="-330834" lvl="8" marL="4114800" marR="0" rtl="0" algn="l">
              <a:spcBef>
                <a:spcPts val="600"/>
              </a:spcBef>
              <a:spcAft>
                <a:spcPts val="600"/>
              </a:spcAft>
              <a:buClr>
                <a:schemeClr val="accent1"/>
              </a:buClr>
              <a:buSzPts val="1610"/>
              <a:buFont typeface="Arial"/>
              <a:buChar char="•"/>
              <a:defRPr b="0" i="0" sz="1400" u="none" cap="none" strike="noStrike">
                <a:solidFill>
                  <a:srgbClr val="262626"/>
                </a:solidFill>
                <a:latin typeface="Garamond"/>
                <a:ea typeface="Garamond"/>
                <a:cs typeface="Garamond"/>
                <a:sym typeface="Garamond"/>
              </a:defRPr>
            </a:lvl9pPr>
          </a:lstStyle>
          <a:p/>
        </p:txBody>
      </p:sp>
      <p:sp>
        <p:nvSpPr>
          <p:cNvPr id="13" name="Google Shape;13;p24"/>
          <p:cNvSpPr txBox="1"/>
          <p:nvPr>
            <p:ph idx="10" type="dt"/>
          </p:nvPr>
        </p:nvSpPr>
        <p:spPr>
          <a:xfrm>
            <a:off x="8677501" y="5969000"/>
            <a:ext cx="1600200" cy="27940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chemeClr val="dk1"/>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9pPr>
          </a:lstStyle>
          <a:p/>
        </p:txBody>
      </p:sp>
      <p:sp>
        <p:nvSpPr>
          <p:cNvPr id="14" name="Google Shape;14;p24"/>
          <p:cNvSpPr txBox="1"/>
          <p:nvPr>
            <p:ph idx="11" type="ftr"/>
          </p:nvPr>
        </p:nvSpPr>
        <p:spPr>
          <a:xfrm>
            <a:off x="1295401" y="5969000"/>
            <a:ext cx="7305900" cy="2794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chemeClr val="dk1"/>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9pPr>
          </a:lstStyle>
          <a:p/>
        </p:txBody>
      </p:sp>
      <p:sp>
        <p:nvSpPr>
          <p:cNvPr id="15" name="Google Shape;15;p24"/>
          <p:cNvSpPr txBox="1"/>
          <p:nvPr>
            <p:ph idx="12" type="sldNum"/>
          </p:nvPr>
        </p:nvSpPr>
        <p:spPr>
          <a:xfrm>
            <a:off x="10353901" y="5969000"/>
            <a:ext cx="542697" cy="2794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chemeClr val="dk1"/>
                </a:solidFill>
                <a:latin typeface="Garamond"/>
                <a:ea typeface="Garamond"/>
                <a:cs typeface="Garamond"/>
                <a:sym typeface="Garamond"/>
              </a:defRPr>
            </a:lvl1pPr>
            <a:lvl2pPr indent="0" lvl="1" marL="0" marR="0" rtl="0" algn="r">
              <a:spcBef>
                <a:spcPts val="0"/>
              </a:spcBef>
              <a:buNone/>
              <a:defRPr b="0" i="0" sz="1000" u="none" cap="none" strike="noStrike">
                <a:solidFill>
                  <a:schemeClr val="dk1"/>
                </a:solidFill>
                <a:latin typeface="Garamond"/>
                <a:ea typeface="Garamond"/>
                <a:cs typeface="Garamond"/>
                <a:sym typeface="Garamond"/>
              </a:defRPr>
            </a:lvl2pPr>
            <a:lvl3pPr indent="0" lvl="2" marL="0" marR="0" rtl="0" algn="r">
              <a:spcBef>
                <a:spcPts val="0"/>
              </a:spcBef>
              <a:buNone/>
              <a:defRPr b="0" i="0" sz="1000" u="none" cap="none" strike="noStrike">
                <a:solidFill>
                  <a:schemeClr val="dk1"/>
                </a:solidFill>
                <a:latin typeface="Garamond"/>
                <a:ea typeface="Garamond"/>
                <a:cs typeface="Garamond"/>
                <a:sym typeface="Garamond"/>
              </a:defRPr>
            </a:lvl3pPr>
            <a:lvl4pPr indent="0" lvl="3" marL="0" marR="0" rtl="0" algn="r">
              <a:spcBef>
                <a:spcPts val="0"/>
              </a:spcBef>
              <a:buNone/>
              <a:defRPr b="0" i="0" sz="1000" u="none" cap="none" strike="noStrike">
                <a:solidFill>
                  <a:schemeClr val="dk1"/>
                </a:solidFill>
                <a:latin typeface="Garamond"/>
                <a:ea typeface="Garamond"/>
                <a:cs typeface="Garamond"/>
                <a:sym typeface="Garamond"/>
              </a:defRPr>
            </a:lvl4pPr>
            <a:lvl5pPr indent="0" lvl="4" marL="0" marR="0" rtl="0" algn="r">
              <a:spcBef>
                <a:spcPts val="0"/>
              </a:spcBef>
              <a:buNone/>
              <a:defRPr b="0" i="0" sz="1000" u="none" cap="none" strike="noStrike">
                <a:solidFill>
                  <a:schemeClr val="dk1"/>
                </a:solidFill>
                <a:latin typeface="Garamond"/>
                <a:ea typeface="Garamond"/>
                <a:cs typeface="Garamond"/>
                <a:sym typeface="Garamond"/>
              </a:defRPr>
            </a:lvl5pPr>
            <a:lvl6pPr indent="0" lvl="5" marL="0" marR="0" rtl="0" algn="r">
              <a:spcBef>
                <a:spcPts val="0"/>
              </a:spcBef>
              <a:buNone/>
              <a:defRPr b="0" i="0" sz="1000" u="none" cap="none" strike="noStrike">
                <a:solidFill>
                  <a:schemeClr val="dk1"/>
                </a:solidFill>
                <a:latin typeface="Garamond"/>
                <a:ea typeface="Garamond"/>
                <a:cs typeface="Garamond"/>
                <a:sym typeface="Garamond"/>
              </a:defRPr>
            </a:lvl6pPr>
            <a:lvl7pPr indent="0" lvl="6" marL="0" marR="0" rtl="0" algn="r">
              <a:spcBef>
                <a:spcPts val="0"/>
              </a:spcBef>
              <a:buNone/>
              <a:defRPr b="0" i="0" sz="1000" u="none" cap="none" strike="noStrike">
                <a:solidFill>
                  <a:schemeClr val="dk1"/>
                </a:solidFill>
                <a:latin typeface="Garamond"/>
                <a:ea typeface="Garamond"/>
                <a:cs typeface="Garamond"/>
                <a:sym typeface="Garamond"/>
              </a:defRPr>
            </a:lvl7pPr>
            <a:lvl8pPr indent="0" lvl="7" marL="0" marR="0" rtl="0" algn="r">
              <a:spcBef>
                <a:spcPts val="0"/>
              </a:spcBef>
              <a:buNone/>
              <a:defRPr b="0" i="0" sz="1000" u="none" cap="none" strike="noStrike">
                <a:solidFill>
                  <a:schemeClr val="dk1"/>
                </a:solidFill>
                <a:latin typeface="Garamond"/>
                <a:ea typeface="Garamond"/>
                <a:cs typeface="Garamond"/>
                <a:sym typeface="Garamond"/>
              </a:defRPr>
            </a:lvl8pPr>
            <a:lvl9pPr indent="0" lvl="8" marL="0" marR="0" rtl="0" algn="r">
              <a:spcBef>
                <a:spcPts val="0"/>
              </a:spcBef>
              <a:buNone/>
              <a:defRPr b="0" i="0" sz="1000" u="none" cap="none" strike="noStrike">
                <a:solidFill>
                  <a:schemeClr val="dk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 id="2147483662" r:id="rId17"/>
    <p:sldLayoutId id="2147483663" r:id="rId18"/>
    <p:sldLayoutId id="2147483664" r:id="rId19"/>
    <p:sldLayoutId id="2147483665"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www.datama.io/lets-talk/"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jpg"/><Relationship Id="rId4" Type="http://schemas.openxmlformats.org/officeDocument/2006/relationships/image" Target="../media/image16.jpg"/><Relationship Id="rId5" Type="http://schemas.openxmlformats.org/officeDocument/2006/relationships/image" Target="../media/image1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jpg"/><Relationship Id="rId4" Type="http://schemas.openxmlformats.org/officeDocument/2006/relationships/image" Target="../media/image13.jpg"/><Relationship Id="rId5" Type="http://schemas.openxmlformats.org/officeDocument/2006/relationships/image" Target="../media/image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jpg"/><Relationship Id="rId4" Type="http://schemas.openxmlformats.org/officeDocument/2006/relationships/image" Target="../media/image1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5.jpg"/><Relationship Id="rId4" Type="http://schemas.openxmlformats.org/officeDocument/2006/relationships/image" Target="../media/image1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
          <p:cNvSpPr txBox="1"/>
          <p:nvPr/>
        </p:nvSpPr>
        <p:spPr>
          <a:xfrm>
            <a:off x="2238374" y="3013501"/>
            <a:ext cx="8174355"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800" u="none" cap="none" strike="noStrike">
                <a:solidFill>
                  <a:srgbClr val="FF0000"/>
                </a:solidFill>
                <a:latin typeface="Garamond"/>
                <a:ea typeface="Garamond"/>
                <a:cs typeface="Garamond"/>
                <a:sym typeface="Garamond"/>
              </a:rPr>
              <a:t>Introduction to Programming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
          <p:cNvSpPr/>
          <p:nvPr/>
        </p:nvSpPr>
        <p:spPr>
          <a:xfrm>
            <a:off x="2201958" y="1411384"/>
            <a:ext cx="3735318" cy="532646"/>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i="0" lang="en-US" sz="2800" u="none" cap="none" strike="noStrike">
                <a:solidFill>
                  <a:srgbClr val="FF0000"/>
                </a:solidFill>
                <a:latin typeface="Arial"/>
                <a:ea typeface="Arial"/>
                <a:cs typeface="Arial"/>
                <a:sym typeface="Arial"/>
              </a:rPr>
              <a:t>What is programming?</a:t>
            </a:r>
            <a:endParaRPr b="0" i="0" sz="1400" u="none" cap="none" strike="noStrike">
              <a:solidFill>
                <a:srgbClr val="FF0000"/>
              </a:solidFill>
              <a:latin typeface="Calibri"/>
              <a:ea typeface="Calibri"/>
              <a:cs typeface="Calibri"/>
              <a:sym typeface="Calibri"/>
            </a:endParaRPr>
          </a:p>
        </p:txBody>
      </p:sp>
      <p:sp>
        <p:nvSpPr>
          <p:cNvPr id="157" name="Google Shape;157;p2"/>
          <p:cNvSpPr/>
          <p:nvPr/>
        </p:nvSpPr>
        <p:spPr>
          <a:xfrm>
            <a:off x="1600200" y="2500413"/>
            <a:ext cx="8743950" cy="2837765"/>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0" i="0" lang="en-US" sz="2800" u="none" cap="none" strike="noStrike">
                <a:solidFill>
                  <a:srgbClr val="0070C0"/>
                </a:solidFill>
                <a:latin typeface="Arial"/>
                <a:ea typeface="Arial"/>
                <a:cs typeface="Arial"/>
                <a:sym typeface="Arial"/>
              </a:rPr>
              <a:t>Programming refers to a technological process for telling a computer which tasks to perform in order to solve problems. You can think of programming as a collaboration between humans and computers, in which humans create instructions for a computer to follow (code) in a language computer can understand. </a:t>
            </a:r>
            <a:endParaRPr b="0" i="0" sz="2000" u="none" cap="none" strike="noStrike">
              <a:solidFill>
                <a:srgbClr val="0070C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
          <p:cNvSpPr/>
          <p:nvPr/>
        </p:nvSpPr>
        <p:spPr>
          <a:xfrm>
            <a:off x="1606263" y="1559974"/>
            <a:ext cx="7686327" cy="595612"/>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i="0" lang="en-US" sz="3200" u="none" cap="none" strike="noStrike">
                <a:solidFill>
                  <a:srgbClr val="FF0000"/>
                </a:solidFill>
                <a:latin typeface="Arial"/>
                <a:ea typeface="Arial"/>
                <a:cs typeface="Arial"/>
                <a:sym typeface="Arial"/>
              </a:rPr>
              <a:t>How does computer programming work?</a:t>
            </a:r>
            <a:endParaRPr b="0" i="0" sz="1600" u="none" cap="none" strike="noStrike">
              <a:solidFill>
                <a:srgbClr val="FF0000"/>
              </a:solidFill>
              <a:latin typeface="Calibri"/>
              <a:ea typeface="Calibri"/>
              <a:cs typeface="Calibri"/>
              <a:sym typeface="Calibri"/>
            </a:endParaRPr>
          </a:p>
        </p:txBody>
      </p:sp>
      <p:sp>
        <p:nvSpPr>
          <p:cNvPr id="163" name="Google Shape;163;p3"/>
          <p:cNvSpPr/>
          <p:nvPr/>
        </p:nvSpPr>
        <p:spPr>
          <a:xfrm>
            <a:off x="1606263" y="2720889"/>
            <a:ext cx="8635017" cy="2840778"/>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0" i="0" lang="en-US" sz="2400" u="none" cap="none" strike="noStrike">
                <a:solidFill>
                  <a:srgbClr val="0070C0"/>
                </a:solidFill>
                <a:latin typeface="Arial"/>
                <a:ea typeface="Arial"/>
                <a:cs typeface="Arial"/>
                <a:sym typeface="Arial"/>
              </a:rPr>
              <a:t>At its most basic, programming tells a computer what to do. First, a programmer writes code—a set of letters, numbers, and other characters. Next, a compiler converts each line of code into a language a computer can understand. Then, the computer scans the code and executes it, thereby performing a task or series of tasks. Tasks might include displaying an image on a webpage or changing the font of a section of text. </a:t>
            </a:r>
            <a:endParaRPr b="0" i="0" sz="2000" u="none" cap="none" strike="noStrike">
              <a:solidFill>
                <a:srgbClr val="0070C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4"/>
          <p:cNvSpPr/>
          <p:nvPr/>
        </p:nvSpPr>
        <p:spPr>
          <a:xfrm>
            <a:off x="1195674" y="1102774"/>
            <a:ext cx="4063292" cy="658514"/>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i="0" lang="en-US" sz="3600" u="none" cap="none" strike="noStrike">
                <a:solidFill>
                  <a:srgbClr val="FF0000"/>
                </a:solidFill>
                <a:latin typeface="Arial"/>
                <a:ea typeface="Arial"/>
                <a:cs typeface="Arial"/>
                <a:sym typeface="Arial"/>
              </a:rPr>
              <a:t>What is a program?</a:t>
            </a:r>
            <a:endParaRPr b="0" i="0" sz="1800" u="none" cap="none" strike="noStrike">
              <a:solidFill>
                <a:srgbClr val="FF0000"/>
              </a:solidFill>
              <a:latin typeface="Calibri"/>
              <a:ea typeface="Calibri"/>
              <a:cs typeface="Calibri"/>
              <a:sym typeface="Calibri"/>
            </a:endParaRPr>
          </a:p>
        </p:txBody>
      </p:sp>
      <p:sp>
        <p:nvSpPr>
          <p:cNvPr id="169" name="Google Shape;169;p4"/>
          <p:cNvSpPr/>
          <p:nvPr/>
        </p:nvSpPr>
        <p:spPr>
          <a:xfrm>
            <a:off x="1299210" y="2245352"/>
            <a:ext cx="9616440" cy="2176430"/>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0" i="0" lang="en-US" sz="3200" u="none" cap="none" strike="noStrike">
                <a:solidFill>
                  <a:srgbClr val="0070C0"/>
                </a:solidFill>
                <a:latin typeface="Arial"/>
                <a:ea typeface="Arial"/>
                <a:cs typeface="Arial"/>
                <a:sym typeface="Arial"/>
              </a:rPr>
              <a:t>The program is a set of instructions in a certain order to solve certain task, the instruction are called statements and are written by a language that the computer can understand like C++ Python, Java, etc.  …</a:t>
            </a:r>
            <a:endParaRPr b="0" i="0" sz="2800" u="none" cap="none" strike="noStrike">
              <a:solidFill>
                <a:srgbClr val="0070C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5"/>
          <p:cNvSpPr/>
          <p:nvPr/>
        </p:nvSpPr>
        <p:spPr>
          <a:xfrm>
            <a:off x="956184" y="1223985"/>
            <a:ext cx="5968301" cy="595419"/>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i="0" lang="en-US" sz="3200" u="none" cap="none" strike="noStrike">
                <a:solidFill>
                  <a:srgbClr val="FF0000"/>
                </a:solidFill>
                <a:latin typeface="Open Sans"/>
                <a:ea typeface="Open Sans"/>
                <a:cs typeface="Open Sans"/>
                <a:sym typeface="Open Sans"/>
              </a:rPr>
              <a:t>What is Software Engineering?</a:t>
            </a:r>
            <a:endParaRPr b="1" i="0" sz="2000" u="none" cap="none" strike="noStrike">
              <a:solidFill>
                <a:srgbClr val="FF0000"/>
              </a:solidFill>
              <a:latin typeface="Calibri"/>
              <a:ea typeface="Calibri"/>
              <a:cs typeface="Calibri"/>
              <a:sym typeface="Calibri"/>
            </a:endParaRPr>
          </a:p>
        </p:txBody>
      </p:sp>
      <p:sp>
        <p:nvSpPr>
          <p:cNvPr id="175" name="Google Shape;175;p5"/>
          <p:cNvSpPr/>
          <p:nvPr/>
        </p:nvSpPr>
        <p:spPr>
          <a:xfrm>
            <a:off x="1222008" y="2262024"/>
            <a:ext cx="9151223" cy="25545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000" u="none" cap="none" strike="noStrike">
                <a:solidFill>
                  <a:srgbClr val="0070C0"/>
                </a:solidFill>
                <a:latin typeface="Open Sans"/>
                <a:ea typeface="Open Sans"/>
                <a:cs typeface="Open Sans"/>
                <a:sym typeface="Open Sans"/>
              </a:rPr>
              <a:t>Development</a:t>
            </a:r>
            <a:endParaRPr/>
          </a:p>
          <a:p>
            <a:pPr indent="0" lvl="0" marL="0" marR="0" rtl="0" algn="l">
              <a:spcBef>
                <a:spcPts val="0"/>
              </a:spcBef>
              <a:spcAft>
                <a:spcPts val="0"/>
              </a:spcAft>
              <a:buNone/>
            </a:pPr>
            <a:r>
              <a:rPr b="1" lang="en-US" sz="4000">
                <a:solidFill>
                  <a:srgbClr val="0070C0"/>
                </a:solidFill>
                <a:latin typeface="Open Sans"/>
                <a:ea typeface="Open Sans"/>
                <a:cs typeface="Open Sans"/>
                <a:sym typeface="Open Sans"/>
              </a:rPr>
              <a:t>Evaluating</a:t>
            </a:r>
            <a:endParaRPr/>
          </a:p>
          <a:p>
            <a:pPr indent="0" lvl="0" marL="0" marR="0" rtl="0" algn="l">
              <a:spcBef>
                <a:spcPts val="0"/>
              </a:spcBef>
              <a:spcAft>
                <a:spcPts val="0"/>
              </a:spcAft>
              <a:buNone/>
            </a:pPr>
            <a:r>
              <a:rPr b="1" lang="en-US" sz="4000">
                <a:solidFill>
                  <a:srgbClr val="0070C0"/>
                </a:solidFill>
                <a:latin typeface="Open Sans"/>
                <a:ea typeface="Open Sans"/>
                <a:cs typeface="Open Sans"/>
                <a:sym typeface="Open Sans"/>
              </a:rPr>
              <a:t> Testing, </a:t>
            </a:r>
            <a:endParaRPr/>
          </a:p>
          <a:p>
            <a:pPr indent="0" lvl="0" marL="0" marR="0" rtl="0" algn="l">
              <a:spcBef>
                <a:spcPts val="0"/>
              </a:spcBef>
              <a:spcAft>
                <a:spcPts val="0"/>
              </a:spcAft>
              <a:buNone/>
            </a:pPr>
            <a:r>
              <a:rPr b="1" lang="en-US" sz="4000">
                <a:solidFill>
                  <a:srgbClr val="0070C0"/>
                </a:solidFill>
                <a:latin typeface="Open Sans"/>
                <a:ea typeface="Open Sans"/>
                <a:cs typeface="Open Sans"/>
                <a:sym typeface="Open Sans"/>
              </a:rPr>
              <a:t>Maintenance of software applications</a:t>
            </a:r>
            <a:endParaRPr sz="8000">
              <a:solidFill>
                <a:srgbClr val="0070C0"/>
              </a:solidFill>
              <a:latin typeface="Garamond"/>
              <a:ea typeface="Garamond"/>
              <a:cs typeface="Garamond"/>
              <a:sym typeface="Garamo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6"/>
          <p:cNvSpPr/>
          <p:nvPr/>
        </p:nvSpPr>
        <p:spPr>
          <a:xfrm>
            <a:off x="1394647" y="1113795"/>
            <a:ext cx="838896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FF0000"/>
                </a:solidFill>
                <a:latin typeface="Open Sans"/>
                <a:ea typeface="Open Sans"/>
                <a:cs typeface="Open Sans"/>
                <a:sym typeface="Open Sans"/>
              </a:rPr>
              <a:t>What Careers Are There in Software Engineering?</a:t>
            </a:r>
            <a:endParaRPr b="1" sz="4400">
              <a:solidFill>
                <a:srgbClr val="FF0000"/>
              </a:solidFill>
              <a:latin typeface="Garamond"/>
              <a:ea typeface="Garamond"/>
              <a:cs typeface="Garamond"/>
              <a:sym typeface="Garamond"/>
            </a:endParaRPr>
          </a:p>
        </p:txBody>
      </p:sp>
      <p:sp>
        <p:nvSpPr>
          <p:cNvPr id="181" name="Google Shape;181;p6"/>
          <p:cNvSpPr/>
          <p:nvPr/>
        </p:nvSpPr>
        <p:spPr>
          <a:xfrm>
            <a:off x="1739900" y="2205180"/>
            <a:ext cx="6096000" cy="375961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7000"/>
              </a:lnSpc>
              <a:spcBef>
                <a:spcPts val="0"/>
              </a:spcBef>
              <a:spcAft>
                <a:spcPts val="0"/>
              </a:spcAft>
              <a:buClr>
                <a:srgbClr val="0070C0"/>
              </a:buClr>
              <a:buSzPts val="1000"/>
              <a:buFont typeface="Noto Sans Symbols"/>
              <a:buChar char="∙"/>
            </a:pPr>
            <a:r>
              <a:rPr b="1" lang="en-US" sz="2800">
                <a:solidFill>
                  <a:srgbClr val="0070C0"/>
                </a:solidFill>
                <a:latin typeface="Open Sans"/>
                <a:ea typeface="Open Sans"/>
                <a:cs typeface="Open Sans"/>
                <a:sym typeface="Open Sans"/>
              </a:rPr>
              <a:t>Programmer</a:t>
            </a:r>
            <a:endParaRPr b="1" sz="2800">
              <a:solidFill>
                <a:srgbClr val="0070C0"/>
              </a:solidFill>
              <a:latin typeface="Calibri"/>
              <a:ea typeface="Calibri"/>
              <a:cs typeface="Calibri"/>
              <a:sym typeface="Calibri"/>
            </a:endParaRPr>
          </a:p>
          <a:p>
            <a:pPr indent="-342900" lvl="0" marL="342900" marR="0" rtl="0" algn="l">
              <a:lnSpc>
                <a:spcPct val="107000"/>
              </a:lnSpc>
              <a:spcBef>
                <a:spcPts val="0"/>
              </a:spcBef>
              <a:spcAft>
                <a:spcPts val="0"/>
              </a:spcAft>
              <a:buClr>
                <a:srgbClr val="0070C0"/>
              </a:buClr>
              <a:buSzPts val="1000"/>
              <a:buFont typeface="Noto Sans Symbols"/>
              <a:buChar char="∙"/>
            </a:pPr>
            <a:r>
              <a:rPr b="1" lang="en-US" sz="2800">
                <a:solidFill>
                  <a:srgbClr val="0070C0"/>
                </a:solidFill>
                <a:latin typeface="Open Sans"/>
                <a:ea typeface="Open Sans"/>
                <a:cs typeface="Open Sans"/>
                <a:sym typeface="Open Sans"/>
              </a:rPr>
              <a:t>Applications Developer</a:t>
            </a:r>
            <a:endParaRPr b="1" sz="2800">
              <a:solidFill>
                <a:srgbClr val="0070C0"/>
              </a:solidFill>
              <a:latin typeface="Calibri"/>
              <a:ea typeface="Calibri"/>
              <a:cs typeface="Calibri"/>
              <a:sym typeface="Calibri"/>
            </a:endParaRPr>
          </a:p>
          <a:p>
            <a:pPr indent="-342900" lvl="0" marL="342900" marR="0" rtl="0" algn="l">
              <a:lnSpc>
                <a:spcPct val="107000"/>
              </a:lnSpc>
              <a:spcBef>
                <a:spcPts val="0"/>
              </a:spcBef>
              <a:spcAft>
                <a:spcPts val="0"/>
              </a:spcAft>
              <a:buClr>
                <a:srgbClr val="0070C0"/>
              </a:buClr>
              <a:buSzPts val="1000"/>
              <a:buFont typeface="Noto Sans Symbols"/>
              <a:buChar char="∙"/>
            </a:pPr>
            <a:r>
              <a:rPr b="1" lang="en-US" sz="2800">
                <a:solidFill>
                  <a:srgbClr val="0070C0"/>
                </a:solidFill>
                <a:latin typeface="Open Sans"/>
                <a:ea typeface="Open Sans"/>
                <a:cs typeface="Open Sans"/>
                <a:sym typeface="Open Sans"/>
              </a:rPr>
              <a:t>Database Administrator</a:t>
            </a:r>
            <a:endParaRPr b="1" sz="2800">
              <a:solidFill>
                <a:srgbClr val="0070C0"/>
              </a:solidFill>
              <a:latin typeface="Calibri"/>
              <a:ea typeface="Calibri"/>
              <a:cs typeface="Calibri"/>
              <a:sym typeface="Calibri"/>
            </a:endParaRPr>
          </a:p>
          <a:p>
            <a:pPr indent="-342900" lvl="0" marL="342900" marR="0" rtl="0" algn="l">
              <a:lnSpc>
                <a:spcPct val="107000"/>
              </a:lnSpc>
              <a:spcBef>
                <a:spcPts val="0"/>
              </a:spcBef>
              <a:spcAft>
                <a:spcPts val="0"/>
              </a:spcAft>
              <a:buClr>
                <a:srgbClr val="0070C0"/>
              </a:buClr>
              <a:buSzPts val="1000"/>
              <a:buFont typeface="Noto Sans Symbols"/>
              <a:buChar char="∙"/>
            </a:pPr>
            <a:r>
              <a:rPr b="1" lang="en-US" sz="2800">
                <a:solidFill>
                  <a:srgbClr val="0070C0"/>
                </a:solidFill>
                <a:latin typeface="Open Sans"/>
                <a:ea typeface="Open Sans"/>
                <a:cs typeface="Open Sans"/>
                <a:sym typeface="Open Sans"/>
              </a:rPr>
              <a:t>Mobile Developer</a:t>
            </a:r>
            <a:endParaRPr b="1" sz="2800">
              <a:solidFill>
                <a:srgbClr val="0070C0"/>
              </a:solidFill>
              <a:latin typeface="Calibri"/>
              <a:ea typeface="Calibri"/>
              <a:cs typeface="Calibri"/>
              <a:sym typeface="Calibri"/>
            </a:endParaRPr>
          </a:p>
          <a:p>
            <a:pPr indent="-342900" lvl="0" marL="342900" marR="0" rtl="0" algn="l">
              <a:lnSpc>
                <a:spcPct val="107000"/>
              </a:lnSpc>
              <a:spcBef>
                <a:spcPts val="0"/>
              </a:spcBef>
              <a:spcAft>
                <a:spcPts val="0"/>
              </a:spcAft>
              <a:buClr>
                <a:srgbClr val="0070C0"/>
              </a:buClr>
              <a:buSzPts val="1000"/>
              <a:buFont typeface="Noto Sans Symbols"/>
              <a:buChar char="∙"/>
            </a:pPr>
            <a:r>
              <a:rPr b="1" lang="en-US" sz="2800">
                <a:solidFill>
                  <a:srgbClr val="0070C0"/>
                </a:solidFill>
                <a:latin typeface="Open Sans"/>
                <a:ea typeface="Open Sans"/>
                <a:cs typeface="Open Sans"/>
                <a:sym typeface="Open Sans"/>
              </a:rPr>
              <a:t>Program Manager</a:t>
            </a:r>
            <a:endParaRPr b="1" sz="2800">
              <a:solidFill>
                <a:srgbClr val="0070C0"/>
              </a:solidFill>
              <a:latin typeface="Calibri"/>
              <a:ea typeface="Calibri"/>
              <a:cs typeface="Calibri"/>
              <a:sym typeface="Calibri"/>
            </a:endParaRPr>
          </a:p>
          <a:p>
            <a:pPr indent="-342900" lvl="0" marL="342900" marR="0" rtl="0" algn="l">
              <a:lnSpc>
                <a:spcPct val="107000"/>
              </a:lnSpc>
              <a:spcBef>
                <a:spcPts val="0"/>
              </a:spcBef>
              <a:spcAft>
                <a:spcPts val="0"/>
              </a:spcAft>
              <a:buClr>
                <a:srgbClr val="0070C0"/>
              </a:buClr>
              <a:buSzPts val="1000"/>
              <a:buFont typeface="Noto Sans Symbols"/>
              <a:buChar char="∙"/>
            </a:pPr>
            <a:r>
              <a:rPr b="1" lang="en-US" sz="2800">
                <a:solidFill>
                  <a:srgbClr val="0070C0"/>
                </a:solidFill>
                <a:latin typeface="Open Sans"/>
                <a:ea typeface="Open Sans"/>
                <a:cs typeface="Open Sans"/>
                <a:sym typeface="Open Sans"/>
              </a:rPr>
              <a:t>Project Leader</a:t>
            </a:r>
            <a:endParaRPr b="1" sz="2800">
              <a:solidFill>
                <a:srgbClr val="0070C0"/>
              </a:solidFill>
              <a:latin typeface="Calibri"/>
              <a:ea typeface="Calibri"/>
              <a:cs typeface="Calibri"/>
              <a:sym typeface="Calibri"/>
            </a:endParaRPr>
          </a:p>
          <a:p>
            <a:pPr indent="-342900" lvl="0" marL="342900" marR="0" rtl="0" algn="l">
              <a:lnSpc>
                <a:spcPct val="107000"/>
              </a:lnSpc>
              <a:spcBef>
                <a:spcPts val="0"/>
              </a:spcBef>
              <a:spcAft>
                <a:spcPts val="0"/>
              </a:spcAft>
              <a:buClr>
                <a:srgbClr val="0070C0"/>
              </a:buClr>
              <a:buSzPts val="1000"/>
              <a:buFont typeface="Noto Sans Symbols"/>
              <a:buChar char="∙"/>
            </a:pPr>
            <a:r>
              <a:rPr b="1" lang="en-US" sz="2800">
                <a:solidFill>
                  <a:srgbClr val="0070C0"/>
                </a:solidFill>
                <a:latin typeface="Open Sans"/>
                <a:ea typeface="Open Sans"/>
                <a:cs typeface="Open Sans"/>
                <a:sym typeface="Open Sans"/>
              </a:rPr>
              <a:t>Quality Assurance Analyst</a:t>
            </a:r>
            <a:endParaRPr b="1" sz="2800">
              <a:solidFill>
                <a:srgbClr val="0070C0"/>
              </a:solidFill>
              <a:latin typeface="Calibri"/>
              <a:ea typeface="Calibri"/>
              <a:cs typeface="Calibri"/>
              <a:sym typeface="Calibri"/>
            </a:endParaRPr>
          </a:p>
          <a:p>
            <a:pPr indent="-342900" lvl="0" marL="342900" marR="0" rtl="0" algn="l">
              <a:lnSpc>
                <a:spcPct val="107000"/>
              </a:lnSpc>
              <a:spcBef>
                <a:spcPts val="0"/>
              </a:spcBef>
              <a:spcAft>
                <a:spcPts val="0"/>
              </a:spcAft>
              <a:buClr>
                <a:srgbClr val="0070C0"/>
              </a:buClr>
              <a:buSzPts val="1000"/>
              <a:buFont typeface="Noto Sans Symbols"/>
              <a:buChar char="∙"/>
            </a:pPr>
            <a:r>
              <a:rPr b="1" lang="en-US" sz="2800">
                <a:solidFill>
                  <a:srgbClr val="0070C0"/>
                </a:solidFill>
                <a:latin typeface="Open Sans"/>
                <a:ea typeface="Open Sans"/>
                <a:cs typeface="Open Sans"/>
                <a:sym typeface="Open Sans"/>
              </a:rPr>
              <a:t>Software Quality Engineer</a:t>
            </a:r>
            <a:endParaRPr b="1" sz="2800">
              <a:solidFill>
                <a:srgbClr val="0070C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7"/>
          <p:cNvSpPr/>
          <p:nvPr/>
        </p:nvSpPr>
        <p:spPr>
          <a:xfrm>
            <a:off x="1089629" y="1352034"/>
            <a:ext cx="8772786"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FF0000"/>
                </a:solidFill>
                <a:latin typeface="Arial"/>
                <a:ea typeface="Arial"/>
                <a:cs typeface="Arial"/>
                <a:sym typeface="Arial"/>
              </a:rPr>
              <a:t>What 5 programming skills should all coders have?</a:t>
            </a:r>
            <a:endParaRPr b="1" sz="3200">
              <a:solidFill>
                <a:srgbClr val="FF0000"/>
              </a:solidFill>
              <a:latin typeface="Times New Roman"/>
              <a:ea typeface="Times New Roman"/>
              <a:cs typeface="Times New Roman"/>
              <a:sym typeface="Times New Roman"/>
            </a:endParaRPr>
          </a:p>
        </p:txBody>
      </p:sp>
      <p:sp>
        <p:nvSpPr>
          <p:cNvPr id="187" name="Google Shape;187;p7"/>
          <p:cNvSpPr/>
          <p:nvPr/>
        </p:nvSpPr>
        <p:spPr>
          <a:xfrm>
            <a:off x="1816693" y="2320709"/>
            <a:ext cx="1304588" cy="532903"/>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US" sz="2800">
                <a:solidFill>
                  <a:srgbClr val="0070C0"/>
                </a:solidFill>
                <a:latin typeface="Arial"/>
                <a:ea typeface="Arial"/>
                <a:cs typeface="Arial"/>
                <a:sym typeface="Arial"/>
              </a:rPr>
              <a:t>Passion</a:t>
            </a:r>
            <a:endParaRPr b="1" sz="1200">
              <a:solidFill>
                <a:srgbClr val="0070C0"/>
              </a:solidFill>
              <a:latin typeface="Calibri"/>
              <a:ea typeface="Calibri"/>
              <a:cs typeface="Calibri"/>
              <a:sym typeface="Calibri"/>
            </a:endParaRPr>
          </a:p>
        </p:txBody>
      </p:sp>
      <p:sp>
        <p:nvSpPr>
          <p:cNvPr id="188" name="Google Shape;188;p7"/>
          <p:cNvSpPr/>
          <p:nvPr/>
        </p:nvSpPr>
        <p:spPr>
          <a:xfrm>
            <a:off x="1816693" y="2998112"/>
            <a:ext cx="203209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70C0"/>
                </a:solidFill>
                <a:latin typeface="Arial"/>
                <a:ea typeface="Arial"/>
                <a:cs typeface="Arial"/>
                <a:sym typeface="Arial"/>
              </a:rPr>
              <a:t>Self-reliance</a:t>
            </a:r>
            <a:endParaRPr/>
          </a:p>
        </p:txBody>
      </p:sp>
      <p:sp>
        <p:nvSpPr>
          <p:cNvPr id="189" name="Google Shape;189;p7"/>
          <p:cNvSpPr/>
          <p:nvPr/>
        </p:nvSpPr>
        <p:spPr>
          <a:xfrm>
            <a:off x="1816693" y="3636485"/>
            <a:ext cx="337720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70C0"/>
                </a:solidFill>
                <a:latin typeface="Arial"/>
                <a:ea typeface="Arial"/>
                <a:cs typeface="Arial"/>
                <a:sym typeface="Arial"/>
              </a:rPr>
              <a:t>Communication</a:t>
            </a:r>
            <a:r>
              <a:rPr b="1" lang="en-US" sz="2800">
                <a:solidFill>
                  <a:schemeClr val="dk1"/>
                </a:solidFill>
                <a:latin typeface="Arial"/>
                <a:ea typeface="Arial"/>
                <a:cs typeface="Arial"/>
                <a:sym typeface="Arial"/>
              </a:rPr>
              <a:t> </a:t>
            </a:r>
            <a:r>
              <a:rPr b="1" lang="en-US" sz="2800">
                <a:solidFill>
                  <a:srgbClr val="0070C0"/>
                </a:solidFill>
                <a:latin typeface="Arial"/>
                <a:ea typeface="Arial"/>
                <a:cs typeface="Arial"/>
                <a:sym typeface="Arial"/>
              </a:rPr>
              <a:t>Skills</a:t>
            </a:r>
            <a:endParaRPr/>
          </a:p>
        </p:txBody>
      </p:sp>
      <p:sp>
        <p:nvSpPr>
          <p:cNvPr id="190" name="Google Shape;190;p7"/>
          <p:cNvSpPr/>
          <p:nvPr/>
        </p:nvSpPr>
        <p:spPr>
          <a:xfrm>
            <a:off x="1922327" y="4274858"/>
            <a:ext cx="201516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70C0"/>
                </a:solidFill>
                <a:latin typeface="Arial"/>
                <a:ea typeface="Arial"/>
                <a:cs typeface="Arial"/>
                <a:sym typeface="Arial"/>
              </a:rPr>
              <a:t>Adaptability</a:t>
            </a:r>
            <a:endParaRPr/>
          </a:p>
        </p:txBody>
      </p:sp>
      <p:sp>
        <p:nvSpPr>
          <p:cNvPr id="191" name="Google Shape;191;p7"/>
          <p:cNvSpPr/>
          <p:nvPr/>
        </p:nvSpPr>
        <p:spPr>
          <a:xfrm>
            <a:off x="1922327" y="4985147"/>
            <a:ext cx="574381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70C0"/>
                </a:solidFill>
                <a:latin typeface="Arial"/>
                <a:ea typeface="Arial"/>
                <a:cs typeface="Arial"/>
                <a:sym typeface="Arial"/>
              </a:rPr>
              <a:t>Critical</a:t>
            </a:r>
            <a:r>
              <a:rPr b="1" lang="en-US" sz="2800">
                <a:solidFill>
                  <a:schemeClr val="dk1"/>
                </a:solidFill>
                <a:latin typeface="Arial"/>
                <a:ea typeface="Arial"/>
                <a:cs typeface="Arial"/>
                <a:sym typeface="Arial"/>
              </a:rPr>
              <a:t> </a:t>
            </a:r>
            <a:r>
              <a:rPr b="1" lang="en-US" sz="2800">
                <a:solidFill>
                  <a:srgbClr val="0070C0"/>
                </a:solidFill>
                <a:latin typeface="Arial"/>
                <a:ea typeface="Arial"/>
                <a:cs typeface="Arial"/>
                <a:sym typeface="Arial"/>
              </a:rPr>
              <a:t>Thinking</a:t>
            </a:r>
            <a:r>
              <a:rPr b="1" lang="en-US" sz="2800">
                <a:solidFill>
                  <a:schemeClr val="dk1"/>
                </a:solidFill>
                <a:latin typeface="Arial"/>
                <a:ea typeface="Arial"/>
                <a:cs typeface="Arial"/>
                <a:sym typeface="Arial"/>
              </a:rPr>
              <a:t> </a:t>
            </a:r>
            <a:r>
              <a:rPr b="1" lang="en-US" sz="2800">
                <a:solidFill>
                  <a:srgbClr val="0070C0"/>
                </a:solidFill>
                <a:latin typeface="Arial"/>
                <a:ea typeface="Arial"/>
                <a:cs typeface="Arial"/>
                <a:sym typeface="Arial"/>
              </a:rPr>
              <a:t>and Problem-Solving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8"/>
          <p:cNvSpPr/>
          <p:nvPr/>
        </p:nvSpPr>
        <p:spPr>
          <a:xfrm>
            <a:off x="1378518" y="1298124"/>
            <a:ext cx="8730682" cy="658835"/>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US" sz="3600">
                <a:solidFill>
                  <a:srgbClr val="FF0000"/>
                </a:solidFill>
                <a:latin typeface="Arial"/>
                <a:ea typeface="Arial"/>
                <a:cs typeface="Arial"/>
                <a:sym typeface="Arial"/>
              </a:rPr>
              <a:t>How can I improve my coding skills?</a:t>
            </a:r>
            <a:endParaRPr sz="2000">
              <a:solidFill>
                <a:srgbClr val="FF0000"/>
              </a:solidFill>
              <a:latin typeface="Calibri"/>
              <a:ea typeface="Calibri"/>
              <a:cs typeface="Calibri"/>
              <a:sym typeface="Calibri"/>
            </a:endParaRPr>
          </a:p>
        </p:txBody>
      </p:sp>
      <p:sp>
        <p:nvSpPr>
          <p:cNvPr id="197" name="Google Shape;197;p8"/>
          <p:cNvSpPr txBox="1"/>
          <p:nvPr/>
        </p:nvSpPr>
        <p:spPr>
          <a:xfrm>
            <a:off x="1908810" y="2272784"/>
            <a:ext cx="442341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0070C0"/>
                </a:solidFill>
                <a:latin typeface="Garamond"/>
                <a:ea typeface="Garamond"/>
                <a:cs typeface="Garamond"/>
                <a:sym typeface="Garamond"/>
              </a:rPr>
              <a:t>Master Fundamentals</a:t>
            </a:r>
            <a:endParaRPr/>
          </a:p>
        </p:txBody>
      </p:sp>
      <p:sp>
        <p:nvSpPr>
          <p:cNvPr id="198" name="Google Shape;198;p8"/>
          <p:cNvSpPr/>
          <p:nvPr/>
        </p:nvSpPr>
        <p:spPr>
          <a:xfrm>
            <a:off x="1668780" y="3173384"/>
            <a:ext cx="8440420" cy="1655133"/>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US" sz="2400">
                <a:solidFill>
                  <a:schemeClr val="dk1"/>
                </a:solidFill>
                <a:latin typeface="Open Sans"/>
                <a:ea typeface="Open Sans"/>
                <a:cs typeface="Open Sans"/>
                <a:sym typeface="Open Sans"/>
              </a:rPr>
              <a:t>Start by learning the basics of a programming and then progressively move on to more advanced concepts. A solid foundation in programming fundamentals is critical for developing more complex coding skills.</a:t>
            </a:r>
            <a:endParaRPr b="1" sz="20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9"/>
          <p:cNvSpPr txBox="1"/>
          <p:nvPr/>
        </p:nvSpPr>
        <p:spPr>
          <a:xfrm>
            <a:off x="1611630" y="1245870"/>
            <a:ext cx="4949190"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000">
                <a:solidFill>
                  <a:srgbClr val="0070C0"/>
                </a:solidFill>
                <a:latin typeface="Garamond"/>
                <a:ea typeface="Garamond"/>
                <a:cs typeface="Garamond"/>
                <a:sym typeface="Garamond"/>
              </a:rPr>
              <a:t>Practice regularly</a:t>
            </a:r>
            <a:endParaRPr/>
          </a:p>
        </p:txBody>
      </p:sp>
      <p:sp>
        <p:nvSpPr>
          <p:cNvPr id="204" name="Google Shape;204;p9"/>
          <p:cNvSpPr/>
          <p:nvPr/>
        </p:nvSpPr>
        <p:spPr>
          <a:xfrm>
            <a:off x="1611630" y="2614863"/>
            <a:ext cx="8473440" cy="2050305"/>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US" sz="2400">
                <a:solidFill>
                  <a:srgbClr val="111111"/>
                </a:solidFill>
                <a:latin typeface="Open Sans"/>
                <a:ea typeface="Open Sans"/>
                <a:cs typeface="Open Sans"/>
                <a:sym typeface="Open Sans"/>
              </a:rPr>
              <a:t>Write code consistently, solve coding problems, and work on personal projects. Regular practice will help you refine your coding skills, improve your problem-solving abilities, and strengthen your understanding of programming concepts.</a:t>
            </a:r>
            <a:endParaRPr b="1" sz="2000">
              <a:solidFill>
                <a:srgbClr val="11111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0"/>
          <p:cNvSpPr txBox="1"/>
          <p:nvPr/>
        </p:nvSpPr>
        <p:spPr>
          <a:xfrm>
            <a:off x="2034540" y="1714500"/>
            <a:ext cx="406146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0070C0"/>
                </a:solidFill>
                <a:latin typeface="Garamond"/>
                <a:ea typeface="Garamond"/>
                <a:cs typeface="Garamond"/>
                <a:sym typeface="Garamond"/>
              </a:rPr>
              <a:t>Study Other’s Codes</a:t>
            </a:r>
            <a:endParaRPr/>
          </a:p>
        </p:txBody>
      </p:sp>
      <p:sp>
        <p:nvSpPr>
          <p:cNvPr id="210" name="Google Shape;210;p10"/>
          <p:cNvSpPr/>
          <p:nvPr/>
        </p:nvSpPr>
        <p:spPr>
          <a:xfrm>
            <a:off x="1710690" y="2820603"/>
            <a:ext cx="8496300" cy="2050305"/>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US" sz="2400">
                <a:solidFill>
                  <a:srgbClr val="111111"/>
                </a:solidFill>
                <a:latin typeface="Open Sans"/>
                <a:ea typeface="Open Sans"/>
                <a:cs typeface="Open Sans"/>
                <a:sym typeface="Open Sans"/>
              </a:rPr>
              <a:t>Analyze and review code written by experienced programmers, either through code reviews, open-source projects, or online repositories. This will provide valuable insights into best practices, coding styles, and efficient problem-solving techniques.</a:t>
            </a:r>
            <a:endParaRPr b="1" sz="2000">
              <a:solidFill>
                <a:srgbClr val="11111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1"/>
          <p:cNvSpPr txBox="1"/>
          <p:nvPr/>
        </p:nvSpPr>
        <p:spPr>
          <a:xfrm>
            <a:off x="1348740" y="1543050"/>
            <a:ext cx="659511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0070C0"/>
                </a:solidFill>
                <a:latin typeface="Garamond"/>
                <a:ea typeface="Garamond"/>
                <a:cs typeface="Garamond"/>
                <a:sym typeface="Garamond"/>
              </a:rPr>
              <a:t>Participate in Coding Challenges</a:t>
            </a:r>
            <a:endParaRPr/>
          </a:p>
        </p:txBody>
      </p:sp>
      <p:sp>
        <p:nvSpPr>
          <p:cNvPr id="216" name="Google Shape;216;p11"/>
          <p:cNvSpPr/>
          <p:nvPr/>
        </p:nvSpPr>
        <p:spPr>
          <a:xfrm>
            <a:off x="1348740" y="2770823"/>
            <a:ext cx="8366760" cy="1655133"/>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US" sz="2400">
                <a:solidFill>
                  <a:srgbClr val="111111"/>
                </a:solidFill>
                <a:latin typeface="Open Sans"/>
                <a:ea typeface="Open Sans"/>
                <a:cs typeface="Open Sans"/>
                <a:sym typeface="Open Sans"/>
              </a:rPr>
              <a:t>Engage in online coding competitions and challenges, such as those on LeetCode, HackerRank, or CodeSignal. These challenges offer an excellent opportunity to practice, learn from others, and measure your progress.</a:t>
            </a:r>
            <a:endParaRPr b="1" sz="2000">
              <a:solidFill>
                <a:srgbClr val="11111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2"/>
          <p:cNvSpPr txBox="1"/>
          <p:nvPr/>
        </p:nvSpPr>
        <p:spPr>
          <a:xfrm>
            <a:off x="1783080" y="1405890"/>
            <a:ext cx="6515100"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000">
                <a:solidFill>
                  <a:srgbClr val="0070C0"/>
                </a:solidFill>
                <a:latin typeface="Garamond"/>
                <a:ea typeface="Garamond"/>
                <a:cs typeface="Garamond"/>
                <a:sym typeface="Garamond"/>
              </a:rPr>
              <a:t>Develop a growth mindset</a:t>
            </a:r>
            <a:endParaRPr/>
          </a:p>
        </p:txBody>
      </p:sp>
      <p:sp>
        <p:nvSpPr>
          <p:cNvPr id="222" name="Google Shape;222;p12"/>
          <p:cNvSpPr/>
          <p:nvPr/>
        </p:nvSpPr>
        <p:spPr>
          <a:xfrm>
            <a:off x="1520190" y="3090863"/>
            <a:ext cx="9109710" cy="1915524"/>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US" sz="2800">
                <a:solidFill>
                  <a:srgbClr val="111111"/>
                </a:solidFill>
                <a:latin typeface="Open Sans"/>
                <a:ea typeface="Open Sans"/>
                <a:cs typeface="Open Sans"/>
                <a:sym typeface="Open Sans"/>
              </a:rPr>
              <a:t>Embrace the idea that learning and improvement are ongoing processes. Stay curious, and be open to learning new concepts, programming languages, and technologies.</a:t>
            </a:r>
            <a:endParaRPr b="1" sz="2400">
              <a:solidFill>
                <a:srgbClr val="11111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3"/>
          <p:cNvSpPr txBox="1"/>
          <p:nvPr/>
        </p:nvSpPr>
        <p:spPr>
          <a:xfrm>
            <a:off x="3097530" y="1074420"/>
            <a:ext cx="496062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rgbClr val="FF0000"/>
                </a:solidFill>
                <a:latin typeface="Garamond"/>
                <a:ea typeface="Garamond"/>
                <a:cs typeface="Garamond"/>
                <a:sym typeface="Garamond"/>
              </a:rPr>
              <a:t>Problem Solving Steps</a:t>
            </a:r>
            <a:endParaRPr/>
          </a:p>
        </p:txBody>
      </p:sp>
      <p:sp>
        <p:nvSpPr>
          <p:cNvPr id="228" name="Google Shape;228;p13"/>
          <p:cNvSpPr/>
          <p:nvPr/>
        </p:nvSpPr>
        <p:spPr>
          <a:xfrm>
            <a:off x="1440180" y="2023110"/>
            <a:ext cx="3314700" cy="937260"/>
          </a:xfrm>
          <a:prstGeom prst="rect">
            <a:avLst/>
          </a:prstGeom>
          <a:solidFill>
            <a:srgbClr val="FFFF00"/>
          </a:solidFill>
          <a:ln cap="flat" cmpd="sng" w="15875">
            <a:solidFill>
              <a:srgbClr val="5F6F1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800">
                <a:solidFill>
                  <a:srgbClr val="002060"/>
                </a:solidFill>
                <a:latin typeface="Garamond"/>
                <a:ea typeface="Garamond"/>
                <a:cs typeface="Garamond"/>
                <a:sym typeface="Garamond"/>
              </a:rPr>
              <a:t>Define the Problem</a:t>
            </a:r>
            <a:endParaRPr/>
          </a:p>
        </p:txBody>
      </p:sp>
      <p:sp>
        <p:nvSpPr>
          <p:cNvPr id="229" name="Google Shape;229;p13"/>
          <p:cNvSpPr/>
          <p:nvPr/>
        </p:nvSpPr>
        <p:spPr>
          <a:xfrm>
            <a:off x="5882641" y="2023110"/>
            <a:ext cx="4686302" cy="937260"/>
          </a:xfrm>
          <a:prstGeom prst="rect">
            <a:avLst/>
          </a:prstGeom>
          <a:solidFill>
            <a:srgbClr val="FFFF00"/>
          </a:solidFill>
          <a:ln cap="flat" cmpd="sng" w="15875">
            <a:solidFill>
              <a:srgbClr val="5F6F1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800">
                <a:solidFill>
                  <a:srgbClr val="002060"/>
                </a:solidFill>
                <a:latin typeface="Garamond"/>
                <a:ea typeface="Garamond"/>
                <a:cs typeface="Garamond"/>
                <a:sym typeface="Garamond"/>
              </a:rPr>
              <a:t>Generate Alternative Solutions</a:t>
            </a:r>
            <a:endParaRPr/>
          </a:p>
        </p:txBody>
      </p:sp>
      <p:sp>
        <p:nvSpPr>
          <p:cNvPr id="230" name="Google Shape;230;p13"/>
          <p:cNvSpPr/>
          <p:nvPr/>
        </p:nvSpPr>
        <p:spPr>
          <a:xfrm>
            <a:off x="7288532" y="3486151"/>
            <a:ext cx="4030983" cy="1074420"/>
          </a:xfrm>
          <a:prstGeom prst="rect">
            <a:avLst/>
          </a:prstGeom>
          <a:solidFill>
            <a:srgbClr val="FFFF00"/>
          </a:solidFill>
          <a:ln cap="flat" cmpd="sng" w="15875">
            <a:solidFill>
              <a:srgbClr val="5F6F1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800">
                <a:solidFill>
                  <a:srgbClr val="002060"/>
                </a:solidFill>
                <a:latin typeface="Garamond"/>
                <a:ea typeface="Garamond"/>
                <a:cs typeface="Garamond"/>
                <a:sym typeface="Garamond"/>
              </a:rPr>
              <a:t>Select Suitable Solution</a:t>
            </a:r>
            <a:endParaRPr/>
          </a:p>
        </p:txBody>
      </p:sp>
      <p:sp>
        <p:nvSpPr>
          <p:cNvPr id="231" name="Google Shape;231;p13"/>
          <p:cNvSpPr/>
          <p:nvPr/>
        </p:nvSpPr>
        <p:spPr>
          <a:xfrm>
            <a:off x="2209800" y="3623311"/>
            <a:ext cx="3886200" cy="937260"/>
          </a:xfrm>
          <a:prstGeom prst="rect">
            <a:avLst/>
          </a:prstGeom>
          <a:solidFill>
            <a:srgbClr val="FFFF00"/>
          </a:solidFill>
          <a:ln cap="flat" cmpd="sng" w="15875">
            <a:solidFill>
              <a:srgbClr val="5F6F1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800">
                <a:solidFill>
                  <a:srgbClr val="002060"/>
                </a:solidFill>
                <a:latin typeface="Garamond"/>
                <a:ea typeface="Garamond"/>
                <a:cs typeface="Garamond"/>
                <a:sym typeface="Garamond"/>
              </a:rPr>
              <a:t>Implement the Solution</a:t>
            </a:r>
            <a:endParaRPr/>
          </a:p>
        </p:txBody>
      </p:sp>
      <p:sp>
        <p:nvSpPr>
          <p:cNvPr id="232" name="Google Shape;232;p13"/>
          <p:cNvSpPr/>
          <p:nvPr/>
        </p:nvSpPr>
        <p:spPr>
          <a:xfrm>
            <a:off x="1303020" y="5153859"/>
            <a:ext cx="3886200" cy="937260"/>
          </a:xfrm>
          <a:prstGeom prst="rect">
            <a:avLst/>
          </a:prstGeom>
          <a:solidFill>
            <a:srgbClr val="FFFF00"/>
          </a:solidFill>
          <a:ln cap="flat" cmpd="sng" w="15875">
            <a:solidFill>
              <a:srgbClr val="5F6F1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800">
                <a:solidFill>
                  <a:srgbClr val="002060"/>
                </a:solidFill>
                <a:latin typeface="Garamond"/>
                <a:ea typeface="Garamond"/>
                <a:cs typeface="Garamond"/>
                <a:sym typeface="Garamond"/>
              </a:rPr>
              <a:t>Follow up and Improve</a:t>
            </a:r>
            <a:endParaRPr/>
          </a:p>
        </p:txBody>
      </p:sp>
      <p:cxnSp>
        <p:nvCxnSpPr>
          <p:cNvPr id="233" name="Google Shape;233;p13"/>
          <p:cNvCxnSpPr>
            <a:stCxn id="228" idx="3"/>
            <a:endCxn id="229" idx="1"/>
          </p:cNvCxnSpPr>
          <p:nvPr/>
        </p:nvCxnSpPr>
        <p:spPr>
          <a:xfrm>
            <a:off x="4754880" y="2491740"/>
            <a:ext cx="1127700" cy="0"/>
          </a:xfrm>
          <a:prstGeom prst="straightConnector1">
            <a:avLst/>
          </a:prstGeom>
          <a:noFill/>
          <a:ln cap="flat" cmpd="sng" w="25400">
            <a:solidFill>
              <a:schemeClr val="accent3"/>
            </a:solidFill>
            <a:prstDash val="solid"/>
            <a:round/>
            <a:headEnd len="sm" w="sm" type="none"/>
            <a:tailEnd len="med" w="med" type="stealth"/>
          </a:ln>
        </p:spPr>
      </p:cxnSp>
      <p:cxnSp>
        <p:nvCxnSpPr>
          <p:cNvPr id="234" name="Google Shape;234;p13"/>
          <p:cNvCxnSpPr/>
          <p:nvPr/>
        </p:nvCxnSpPr>
        <p:spPr>
          <a:xfrm flipH="1" rot="-5400000">
            <a:off x="10374543" y="2796334"/>
            <a:ext cx="884100" cy="495300"/>
          </a:xfrm>
          <a:prstGeom prst="bentConnector2">
            <a:avLst/>
          </a:prstGeom>
          <a:noFill/>
          <a:ln cap="flat" cmpd="sng" w="9525">
            <a:solidFill>
              <a:schemeClr val="accent1"/>
            </a:solidFill>
            <a:prstDash val="solid"/>
            <a:round/>
            <a:headEnd len="sm" w="sm" type="none"/>
            <a:tailEnd len="med" w="med" type="triangle"/>
          </a:ln>
        </p:spPr>
      </p:cxnSp>
      <p:cxnSp>
        <p:nvCxnSpPr>
          <p:cNvPr id="235" name="Google Shape;235;p13"/>
          <p:cNvCxnSpPr/>
          <p:nvPr/>
        </p:nvCxnSpPr>
        <p:spPr>
          <a:xfrm flipH="1">
            <a:off x="6096000" y="4023361"/>
            <a:ext cx="1192532" cy="33216"/>
          </a:xfrm>
          <a:prstGeom prst="straightConnector1">
            <a:avLst/>
          </a:prstGeom>
          <a:noFill/>
          <a:ln cap="flat" cmpd="sng" w="9525">
            <a:solidFill>
              <a:schemeClr val="accent1"/>
            </a:solidFill>
            <a:prstDash val="solid"/>
            <a:round/>
            <a:headEnd len="sm" w="sm" type="none"/>
            <a:tailEnd len="med" w="med" type="triangle"/>
          </a:ln>
        </p:spPr>
      </p:cxnSp>
      <p:cxnSp>
        <p:nvCxnSpPr>
          <p:cNvPr id="236" name="Google Shape;236;p13"/>
          <p:cNvCxnSpPr>
            <a:stCxn id="231" idx="1"/>
          </p:cNvCxnSpPr>
          <p:nvPr/>
        </p:nvCxnSpPr>
        <p:spPr>
          <a:xfrm flipH="1">
            <a:off x="1371600" y="4091941"/>
            <a:ext cx="838200" cy="1062000"/>
          </a:xfrm>
          <a:prstGeom prst="bentConnector2">
            <a:avLst/>
          </a:prstGeom>
          <a:noFill/>
          <a:ln cap="flat" cmpd="sng" w="9525">
            <a:solidFill>
              <a:schemeClr val="accent1"/>
            </a:solidFill>
            <a:prstDash val="solid"/>
            <a:round/>
            <a:headEnd len="sm" w="sm"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4"/>
          <p:cNvSpPr/>
          <p:nvPr/>
        </p:nvSpPr>
        <p:spPr>
          <a:xfrm>
            <a:off x="2123148" y="1303707"/>
            <a:ext cx="888416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C00000"/>
                </a:solidFill>
                <a:latin typeface="Arial"/>
                <a:ea typeface="Arial"/>
                <a:cs typeface="Arial"/>
                <a:sym typeface="Arial"/>
              </a:rPr>
              <a:t>Steps to Improve Problem Solving in Programming</a:t>
            </a:r>
            <a:endParaRPr b="1" sz="2800">
              <a:solidFill>
                <a:srgbClr val="C00000"/>
              </a:solidFill>
              <a:latin typeface="Times New Roman"/>
              <a:ea typeface="Times New Roman"/>
              <a:cs typeface="Times New Roman"/>
              <a:sym typeface="Times New Roman"/>
            </a:endParaRPr>
          </a:p>
        </p:txBody>
      </p:sp>
      <p:sp>
        <p:nvSpPr>
          <p:cNvPr id="242" name="Google Shape;242;p14"/>
          <p:cNvSpPr/>
          <p:nvPr/>
        </p:nvSpPr>
        <p:spPr>
          <a:xfrm>
            <a:off x="2123148" y="2327790"/>
            <a:ext cx="2345982" cy="467629"/>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US" sz="2400">
                <a:solidFill>
                  <a:srgbClr val="0070C0"/>
                </a:solidFill>
                <a:latin typeface="Arial"/>
                <a:ea typeface="Arial"/>
                <a:cs typeface="Arial"/>
                <a:sym typeface="Arial"/>
              </a:rPr>
              <a:t>Right Mindset</a:t>
            </a:r>
            <a:endParaRPr b="1" sz="2400">
              <a:solidFill>
                <a:srgbClr val="0070C0"/>
              </a:solidFill>
              <a:latin typeface="Calibri"/>
              <a:ea typeface="Calibri"/>
              <a:cs typeface="Calibri"/>
              <a:sym typeface="Calibri"/>
            </a:endParaRPr>
          </a:p>
        </p:txBody>
      </p:sp>
      <p:sp>
        <p:nvSpPr>
          <p:cNvPr id="243" name="Google Shape;243;p14"/>
          <p:cNvSpPr/>
          <p:nvPr/>
        </p:nvSpPr>
        <p:spPr>
          <a:xfrm>
            <a:off x="2107362" y="3040992"/>
            <a:ext cx="3733368" cy="467629"/>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US" sz="2400">
                <a:solidFill>
                  <a:srgbClr val="0070C0"/>
                </a:solidFill>
                <a:latin typeface="Arial"/>
                <a:ea typeface="Arial"/>
                <a:cs typeface="Arial"/>
                <a:sym typeface="Arial"/>
              </a:rPr>
              <a:t>Making Right Decisions</a:t>
            </a:r>
            <a:endParaRPr b="1" sz="2400">
              <a:solidFill>
                <a:srgbClr val="0070C0"/>
              </a:solidFill>
              <a:latin typeface="Calibri"/>
              <a:ea typeface="Calibri"/>
              <a:cs typeface="Calibri"/>
              <a:sym typeface="Calibri"/>
            </a:endParaRPr>
          </a:p>
        </p:txBody>
      </p:sp>
      <p:sp>
        <p:nvSpPr>
          <p:cNvPr id="244" name="Google Shape;244;p14"/>
          <p:cNvSpPr/>
          <p:nvPr/>
        </p:nvSpPr>
        <p:spPr>
          <a:xfrm>
            <a:off x="2023322" y="3806960"/>
            <a:ext cx="3817407" cy="467629"/>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US" sz="2400">
                <a:solidFill>
                  <a:srgbClr val="0070C0"/>
                </a:solidFill>
                <a:latin typeface="Arial"/>
                <a:ea typeface="Arial"/>
                <a:cs typeface="Arial"/>
                <a:sym typeface="Arial"/>
              </a:rPr>
              <a:t>Keeping Ideas on Track</a:t>
            </a:r>
            <a:endParaRPr b="1" sz="2400">
              <a:solidFill>
                <a:srgbClr val="0070C0"/>
              </a:solidFill>
              <a:latin typeface="Calibri"/>
              <a:ea typeface="Calibri"/>
              <a:cs typeface="Calibri"/>
              <a:sym typeface="Calibri"/>
            </a:endParaRPr>
          </a:p>
        </p:txBody>
      </p:sp>
      <p:sp>
        <p:nvSpPr>
          <p:cNvPr id="245" name="Google Shape;245;p14"/>
          <p:cNvSpPr/>
          <p:nvPr/>
        </p:nvSpPr>
        <p:spPr>
          <a:xfrm>
            <a:off x="2123148" y="4420903"/>
            <a:ext cx="3488982" cy="458780"/>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US" sz="2400">
                <a:solidFill>
                  <a:srgbClr val="0070C0"/>
                </a:solidFill>
                <a:latin typeface="Arial"/>
                <a:ea typeface="Arial"/>
                <a:cs typeface="Arial"/>
                <a:sym typeface="Arial"/>
              </a:rPr>
              <a:t>Learning</a:t>
            </a:r>
            <a:r>
              <a:rPr b="1" lang="en-US" sz="2000">
                <a:solidFill>
                  <a:srgbClr val="0070C0"/>
                </a:solidFill>
                <a:latin typeface="Arial"/>
                <a:ea typeface="Arial"/>
                <a:cs typeface="Arial"/>
                <a:sym typeface="Arial"/>
              </a:rPr>
              <a:t> from Feedbacks</a:t>
            </a:r>
            <a:endParaRPr b="1" sz="2000">
              <a:solidFill>
                <a:srgbClr val="0070C0"/>
              </a:solidFill>
              <a:latin typeface="Calibri"/>
              <a:ea typeface="Calibri"/>
              <a:cs typeface="Calibri"/>
              <a:sym typeface="Calibri"/>
            </a:endParaRPr>
          </a:p>
        </p:txBody>
      </p:sp>
      <p:sp>
        <p:nvSpPr>
          <p:cNvPr id="246" name="Google Shape;246;p14"/>
          <p:cNvSpPr/>
          <p:nvPr/>
        </p:nvSpPr>
        <p:spPr>
          <a:xfrm>
            <a:off x="2123148" y="5183324"/>
            <a:ext cx="2871762" cy="467629"/>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US" sz="2400">
                <a:solidFill>
                  <a:srgbClr val="0070C0"/>
                </a:solidFill>
                <a:latin typeface="Arial"/>
                <a:ea typeface="Arial"/>
                <a:cs typeface="Arial"/>
                <a:sym typeface="Arial"/>
              </a:rPr>
              <a:t>Asking Questions</a:t>
            </a:r>
            <a:endParaRPr b="1" sz="2400">
              <a:solidFill>
                <a:srgbClr val="0070C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5"/>
          <p:cNvSpPr/>
          <p:nvPr/>
        </p:nvSpPr>
        <p:spPr>
          <a:xfrm>
            <a:off x="1813560" y="1127353"/>
            <a:ext cx="8039100" cy="4816511"/>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US" sz="4800">
                <a:solidFill>
                  <a:srgbClr val="149588"/>
                </a:solidFill>
                <a:latin typeface="Helvetica Neue"/>
                <a:ea typeface="Helvetica Neue"/>
                <a:cs typeface="Helvetica Neue"/>
                <a:sym typeface="Helvetica Neue"/>
              </a:rPr>
              <a:t>Conclusion</a:t>
            </a:r>
            <a:endParaRPr b="1" sz="4000">
              <a:solidFill>
                <a:srgbClr val="2F5496"/>
              </a:solidFill>
              <a:latin typeface="Calibri"/>
              <a:ea typeface="Calibri"/>
              <a:cs typeface="Calibri"/>
              <a:sym typeface="Calibri"/>
            </a:endParaRPr>
          </a:p>
          <a:p>
            <a:pPr indent="0" lvl="0" marL="228600" marR="0" rtl="0" algn="just">
              <a:lnSpc>
                <a:spcPct val="107000"/>
              </a:lnSpc>
              <a:spcBef>
                <a:spcPts val="0"/>
              </a:spcBef>
              <a:spcAft>
                <a:spcPts val="0"/>
              </a:spcAft>
              <a:buNone/>
            </a:pPr>
            <a:r>
              <a:rPr b="1" lang="en-US" sz="2400">
                <a:solidFill>
                  <a:srgbClr val="111111"/>
                </a:solidFill>
                <a:latin typeface="Open Sans"/>
                <a:ea typeface="Open Sans"/>
                <a:cs typeface="Open Sans"/>
                <a:sym typeface="Open Sans"/>
              </a:rPr>
              <a:t>Improving your problem-solving skills can be impactful both personally and professionally. By applying these fundamentals to develop your analytical and creative thinking skills, you will be able to easily and independently adapt to future personal and workplace challenges. </a:t>
            </a:r>
            <a:endParaRPr b="1" sz="2000">
              <a:solidFill>
                <a:schemeClr val="dk1"/>
              </a:solidFill>
              <a:latin typeface="Calibri"/>
              <a:ea typeface="Calibri"/>
              <a:cs typeface="Calibri"/>
              <a:sym typeface="Calibri"/>
            </a:endParaRPr>
          </a:p>
          <a:p>
            <a:pPr indent="0" lvl="0" marL="228600" marR="0" rtl="0" algn="just">
              <a:lnSpc>
                <a:spcPct val="107000"/>
              </a:lnSpc>
              <a:spcBef>
                <a:spcPts val="0"/>
              </a:spcBef>
              <a:spcAft>
                <a:spcPts val="0"/>
              </a:spcAft>
              <a:buNone/>
            </a:pPr>
            <a:r>
              <a:rPr b="1" lang="en-US" sz="2400">
                <a:solidFill>
                  <a:srgbClr val="111111"/>
                </a:solidFill>
                <a:latin typeface="Open Sans"/>
                <a:ea typeface="Open Sans"/>
                <a:cs typeface="Open Sans"/>
                <a:sym typeface="Open Sans"/>
              </a:rPr>
              <a:t>If your business is interested in providing professional training for your team, whether in problem solving or other business, analytics, or consulting topics, please reach out </a:t>
            </a:r>
            <a:r>
              <a:rPr b="1" lang="en-US" sz="2400" u="sng">
                <a:solidFill>
                  <a:srgbClr val="111111"/>
                </a:solidFill>
                <a:latin typeface="Open Sans"/>
                <a:ea typeface="Open Sans"/>
                <a:cs typeface="Open Sans"/>
                <a:sym typeface="Open Sans"/>
                <a:hlinkClick r:id="rId3">
                  <a:extLst>
                    <a:ext uri="{A12FA001-AC4F-418D-AE19-62706E023703}">
                      <ahyp:hlinkClr val="tx"/>
                    </a:ext>
                  </a:extLst>
                </a:hlinkClick>
              </a:rPr>
              <a:t>here</a:t>
            </a:r>
            <a:r>
              <a:rPr b="1" lang="en-US" sz="2400">
                <a:solidFill>
                  <a:srgbClr val="111111"/>
                </a:solidFill>
                <a:latin typeface="Open Sans"/>
                <a:ea typeface="Open Sans"/>
                <a:cs typeface="Open Sans"/>
                <a:sym typeface="Open Sans"/>
              </a:rPr>
              <a:t>.</a:t>
            </a:r>
            <a:endParaRPr b="1" sz="20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graphicFrame>
        <p:nvGraphicFramePr>
          <p:cNvPr id="256" name="Google Shape;256;p16"/>
          <p:cNvGraphicFramePr/>
          <p:nvPr/>
        </p:nvGraphicFramePr>
        <p:xfrm>
          <a:off x="2594610" y="1428326"/>
          <a:ext cx="3000000" cy="3000000"/>
        </p:xfrm>
        <a:graphic>
          <a:graphicData uri="http://schemas.openxmlformats.org/drawingml/2006/table">
            <a:tbl>
              <a:tblPr bandRow="1" firstRow="1">
                <a:noFill/>
                <a:tableStyleId>{3D22FC82-BDC8-4A90-92CF-838253214BD7}</a:tableStyleId>
              </a:tblPr>
              <a:tblGrid>
                <a:gridCol w="484625"/>
                <a:gridCol w="484625"/>
                <a:gridCol w="484625"/>
                <a:gridCol w="484625"/>
                <a:gridCol w="484625"/>
              </a:tblGrid>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sp>
        <p:nvSpPr>
          <p:cNvPr id="257" name="Google Shape;257;p16"/>
          <p:cNvSpPr txBox="1"/>
          <p:nvPr/>
        </p:nvSpPr>
        <p:spPr>
          <a:xfrm>
            <a:off x="5692140" y="2000250"/>
            <a:ext cx="4297680"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Garamond"/>
                <a:ea typeface="Garamond"/>
                <a:cs typeface="Garamond"/>
                <a:sym typeface="Garamond"/>
              </a:rPr>
              <a:t>N(N+1) (2N+1)</a:t>
            </a:r>
            <a:endParaRPr/>
          </a:p>
          <a:p>
            <a:pPr indent="0" lvl="0" marL="0" marR="0" rtl="0" algn="l">
              <a:spcBef>
                <a:spcPts val="0"/>
              </a:spcBef>
              <a:spcAft>
                <a:spcPts val="0"/>
              </a:spcAft>
              <a:buNone/>
            </a:pPr>
            <a:r>
              <a:rPr lang="en-US" sz="3200">
                <a:solidFill>
                  <a:schemeClr val="dk1"/>
                </a:solidFill>
                <a:latin typeface="Garamond"/>
                <a:ea typeface="Garamond"/>
                <a:cs typeface="Garamond"/>
                <a:sym typeface="Garamond"/>
              </a:rPr>
              <a:t>             6</a:t>
            </a:r>
            <a:endParaRPr/>
          </a:p>
          <a:p>
            <a:pPr indent="0" lvl="0" marL="0" marR="0" rtl="0" algn="l">
              <a:spcBef>
                <a:spcPts val="0"/>
              </a:spcBef>
              <a:spcAft>
                <a:spcPts val="0"/>
              </a:spcAft>
              <a:buNone/>
            </a:pPr>
            <a:r>
              <a:t/>
            </a:r>
            <a:endParaRPr sz="3200">
              <a:solidFill>
                <a:schemeClr val="dk1"/>
              </a:solidFill>
              <a:latin typeface="Garamond"/>
              <a:ea typeface="Garamond"/>
              <a:cs typeface="Garamond"/>
              <a:sym typeface="Garamond"/>
            </a:endParaRPr>
          </a:p>
        </p:txBody>
      </p:sp>
      <p:cxnSp>
        <p:nvCxnSpPr>
          <p:cNvPr id="258" name="Google Shape;258;p16"/>
          <p:cNvCxnSpPr/>
          <p:nvPr/>
        </p:nvCxnSpPr>
        <p:spPr>
          <a:xfrm>
            <a:off x="5829300" y="2571750"/>
            <a:ext cx="2743200" cy="0"/>
          </a:xfrm>
          <a:prstGeom prst="straightConnector1">
            <a:avLst/>
          </a:prstGeom>
          <a:noFill/>
          <a:ln cap="flat" cmpd="sng" w="25400">
            <a:solidFill>
              <a:schemeClr val="dk1"/>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1822"/>
                                        <p:tgtEl>
                                          <p:spTgt spid="2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1822"/>
                                        <p:tgtEl>
                                          <p:spTgt spid="2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graphicFrame>
        <p:nvGraphicFramePr>
          <p:cNvPr id="263" name="Google Shape;263;p17"/>
          <p:cNvGraphicFramePr/>
          <p:nvPr/>
        </p:nvGraphicFramePr>
        <p:xfrm>
          <a:off x="3749040" y="1919816"/>
          <a:ext cx="3000000" cy="3000000"/>
        </p:xfrm>
        <a:graphic>
          <a:graphicData uri="http://schemas.openxmlformats.org/drawingml/2006/table">
            <a:tbl>
              <a:tblPr bandRow="1" firstRow="1">
                <a:noFill/>
                <a:tableStyleId>{3D22FC82-BDC8-4A90-92CF-838253214BD7}</a:tableStyleId>
              </a:tblPr>
              <a:tblGrid>
                <a:gridCol w="685800"/>
                <a:gridCol w="685800"/>
                <a:gridCol w="685800"/>
              </a:tblGrid>
              <a:tr h="6173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6173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6173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8"/>
          <p:cNvSpPr/>
          <p:nvPr/>
        </p:nvSpPr>
        <p:spPr>
          <a:xfrm>
            <a:off x="2831833" y="953523"/>
            <a:ext cx="6689357"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a:solidFill>
                  <a:srgbClr val="FF0000"/>
                </a:solidFill>
                <a:latin typeface="Times New Roman"/>
                <a:ea typeface="Times New Roman"/>
                <a:cs typeface="Times New Roman"/>
                <a:sym typeface="Times New Roman"/>
              </a:rPr>
              <a:t>Logic Gates</a:t>
            </a:r>
            <a:endParaRPr b="1" sz="2800">
              <a:solidFill>
                <a:srgbClr val="FF0000"/>
              </a:solidFill>
              <a:latin typeface="Times New Roman"/>
              <a:ea typeface="Times New Roman"/>
              <a:cs typeface="Times New Roman"/>
              <a:sym typeface="Times New Roman"/>
            </a:endParaRPr>
          </a:p>
        </p:txBody>
      </p:sp>
      <p:pic>
        <p:nvPicPr>
          <p:cNvPr descr="AND gate" id="269" name="Google Shape;269;p18"/>
          <p:cNvPicPr preferRelativeResize="0"/>
          <p:nvPr/>
        </p:nvPicPr>
        <p:blipFill rotWithShape="1">
          <a:blip r:embed="rId3">
            <a:alphaModFix/>
          </a:blip>
          <a:srcRect b="0" l="0" r="0" t="0"/>
          <a:stretch/>
        </p:blipFill>
        <p:spPr>
          <a:xfrm>
            <a:off x="610552" y="3428999"/>
            <a:ext cx="4760596" cy="1459427"/>
          </a:xfrm>
          <a:prstGeom prst="rect">
            <a:avLst/>
          </a:prstGeom>
          <a:noFill/>
          <a:ln>
            <a:noFill/>
          </a:ln>
        </p:spPr>
      </p:pic>
      <p:pic>
        <p:nvPicPr>
          <p:cNvPr descr="AND Logical Diagram" id="270" name="Google Shape;270;p18"/>
          <p:cNvPicPr preferRelativeResize="0"/>
          <p:nvPr/>
        </p:nvPicPr>
        <p:blipFill rotWithShape="1">
          <a:blip r:embed="rId4">
            <a:alphaModFix/>
          </a:blip>
          <a:srcRect b="0" l="0" r="0" t="0"/>
          <a:stretch/>
        </p:blipFill>
        <p:spPr>
          <a:xfrm>
            <a:off x="4463573" y="1613141"/>
            <a:ext cx="3264853" cy="1496739"/>
          </a:xfrm>
          <a:prstGeom prst="rect">
            <a:avLst/>
          </a:prstGeom>
          <a:noFill/>
          <a:ln>
            <a:noFill/>
          </a:ln>
        </p:spPr>
      </p:pic>
      <p:sp>
        <p:nvSpPr>
          <p:cNvPr id="271" name="Google Shape;271;p18"/>
          <p:cNvSpPr/>
          <p:nvPr/>
        </p:nvSpPr>
        <p:spPr>
          <a:xfrm>
            <a:off x="1241661" y="1680579"/>
            <a:ext cx="3180343"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222222"/>
                </a:solidFill>
                <a:latin typeface="Calibri"/>
                <a:ea typeface="Calibri"/>
                <a:cs typeface="Calibri"/>
                <a:sym typeface="Calibri"/>
              </a:rPr>
              <a:t>AND Gate</a:t>
            </a:r>
            <a:endParaRPr sz="2800">
              <a:solidFill>
                <a:schemeClr val="dk1"/>
              </a:solidFill>
              <a:latin typeface="Garamond"/>
              <a:ea typeface="Garamond"/>
              <a:cs typeface="Garamond"/>
              <a:sym typeface="Garamond"/>
            </a:endParaRPr>
          </a:p>
        </p:txBody>
      </p:sp>
      <p:sp>
        <p:nvSpPr>
          <p:cNvPr id="272" name="Google Shape;272;p18"/>
          <p:cNvSpPr/>
          <p:nvPr/>
        </p:nvSpPr>
        <p:spPr>
          <a:xfrm>
            <a:off x="8453786" y="2361511"/>
            <a:ext cx="1585883" cy="45397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350">
                <a:solidFill>
                  <a:srgbClr val="222222"/>
                </a:solidFill>
                <a:latin typeface="Calibri"/>
                <a:ea typeface="Calibri"/>
                <a:cs typeface="Calibri"/>
                <a:sym typeface="Calibri"/>
              </a:rPr>
              <a:t>Truth Table</a:t>
            </a:r>
            <a:endParaRPr sz="1800">
              <a:solidFill>
                <a:schemeClr val="dk1"/>
              </a:solidFill>
              <a:latin typeface="Garamond"/>
              <a:ea typeface="Garamond"/>
              <a:cs typeface="Garamond"/>
              <a:sym typeface="Garamond"/>
            </a:endParaRPr>
          </a:p>
        </p:txBody>
      </p:sp>
      <p:pic>
        <p:nvPicPr>
          <p:cNvPr descr="AND Truth Table" id="273" name="Google Shape;273;p18"/>
          <p:cNvPicPr preferRelativeResize="0"/>
          <p:nvPr/>
        </p:nvPicPr>
        <p:blipFill rotWithShape="1">
          <a:blip r:embed="rId5">
            <a:alphaModFix/>
          </a:blip>
          <a:srcRect b="0" l="0" r="0" t="0"/>
          <a:stretch/>
        </p:blipFill>
        <p:spPr>
          <a:xfrm>
            <a:off x="7143750" y="3120391"/>
            <a:ext cx="3108960" cy="275885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9"/>
          <p:cNvSpPr/>
          <p:nvPr/>
        </p:nvSpPr>
        <p:spPr>
          <a:xfrm>
            <a:off x="1763851" y="1449121"/>
            <a:ext cx="1973759" cy="658835"/>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US" sz="3600">
                <a:solidFill>
                  <a:schemeClr val="dk1"/>
                </a:solidFill>
                <a:latin typeface="Calibri"/>
                <a:ea typeface="Calibri"/>
                <a:cs typeface="Calibri"/>
                <a:sym typeface="Calibri"/>
              </a:rPr>
              <a:t>OR Gate</a:t>
            </a:r>
            <a:endParaRPr b="1" sz="2000">
              <a:solidFill>
                <a:schemeClr val="dk1"/>
              </a:solidFill>
              <a:latin typeface="Calibri"/>
              <a:ea typeface="Calibri"/>
              <a:cs typeface="Calibri"/>
              <a:sym typeface="Calibri"/>
            </a:endParaRPr>
          </a:p>
        </p:txBody>
      </p:sp>
      <p:pic>
        <p:nvPicPr>
          <p:cNvPr descr="OR Logical Diagram" id="279" name="Google Shape;279;p19"/>
          <p:cNvPicPr preferRelativeResize="0"/>
          <p:nvPr/>
        </p:nvPicPr>
        <p:blipFill rotWithShape="1">
          <a:blip r:embed="rId3">
            <a:alphaModFix/>
          </a:blip>
          <a:srcRect b="0" l="0" r="0" t="0"/>
          <a:stretch/>
        </p:blipFill>
        <p:spPr>
          <a:xfrm>
            <a:off x="5289550" y="1492152"/>
            <a:ext cx="2574290" cy="1491077"/>
          </a:xfrm>
          <a:prstGeom prst="rect">
            <a:avLst/>
          </a:prstGeom>
          <a:noFill/>
          <a:ln>
            <a:noFill/>
          </a:ln>
        </p:spPr>
      </p:pic>
      <p:pic>
        <p:nvPicPr>
          <p:cNvPr descr="OR gate" id="280" name="Google Shape;280;p19"/>
          <p:cNvPicPr preferRelativeResize="0"/>
          <p:nvPr/>
        </p:nvPicPr>
        <p:blipFill rotWithShape="1">
          <a:blip r:embed="rId4">
            <a:alphaModFix/>
          </a:blip>
          <a:srcRect b="0" l="0" r="0" t="0"/>
          <a:stretch/>
        </p:blipFill>
        <p:spPr>
          <a:xfrm>
            <a:off x="1178152" y="3428999"/>
            <a:ext cx="4917848" cy="1321045"/>
          </a:xfrm>
          <a:prstGeom prst="rect">
            <a:avLst/>
          </a:prstGeom>
          <a:noFill/>
          <a:ln>
            <a:noFill/>
          </a:ln>
        </p:spPr>
      </p:pic>
      <p:sp>
        <p:nvSpPr>
          <p:cNvPr id="281" name="Google Shape;281;p19"/>
          <p:cNvSpPr/>
          <p:nvPr/>
        </p:nvSpPr>
        <p:spPr>
          <a:xfrm>
            <a:off x="7315245" y="2752140"/>
            <a:ext cx="2574290" cy="532903"/>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US" sz="2800">
                <a:solidFill>
                  <a:srgbClr val="222222"/>
                </a:solidFill>
                <a:latin typeface="Calibri"/>
                <a:ea typeface="Calibri"/>
                <a:cs typeface="Calibri"/>
                <a:sym typeface="Calibri"/>
              </a:rPr>
              <a:t>Truth Table</a:t>
            </a:r>
            <a:endParaRPr b="1" sz="1600">
              <a:solidFill>
                <a:srgbClr val="1F3763"/>
              </a:solidFill>
              <a:latin typeface="Calibri"/>
              <a:ea typeface="Calibri"/>
              <a:cs typeface="Calibri"/>
              <a:sym typeface="Calibri"/>
            </a:endParaRPr>
          </a:p>
        </p:txBody>
      </p:sp>
      <p:pic>
        <p:nvPicPr>
          <p:cNvPr descr="OR Truth Table" id="282" name="Google Shape;282;p19"/>
          <p:cNvPicPr preferRelativeResize="0"/>
          <p:nvPr/>
        </p:nvPicPr>
        <p:blipFill rotWithShape="1">
          <a:blip r:embed="rId5">
            <a:alphaModFix/>
          </a:blip>
          <a:srcRect b="0" l="0" r="0" t="0"/>
          <a:stretch/>
        </p:blipFill>
        <p:spPr>
          <a:xfrm>
            <a:off x="7315245" y="3285044"/>
            <a:ext cx="3074625" cy="260140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0"/>
          <p:cNvSpPr/>
          <p:nvPr/>
        </p:nvSpPr>
        <p:spPr>
          <a:xfrm>
            <a:off x="1702831" y="1483411"/>
            <a:ext cx="2256387" cy="658835"/>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US" sz="3600">
                <a:solidFill>
                  <a:srgbClr val="222222"/>
                </a:solidFill>
                <a:latin typeface="Calibri"/>
                <a:ea typeface="Calibri"/>
                <a:cs typeface="Calibri"/>
                <a:sym typeface="Calibri"/>
              </a:rPr>
              <a:t>NAND Gate</a:t>
            </a:r>
            <a:endParaRPr b="1" sz="2000">
              <a:solidFill>
                <a:srgbClr val="1F3763"/>
              </a:solidFill>
              <a:latin typeface="Calibri"/>
              <a:ea typeface="Calibri"/>
              <a:cs typeface="Calibri"/>
              <a:sym typeface="Calibri"/>
            </a:endParaRPr>
          </a:p>
        </p:txBody>
      </p:sp>
      <p:pic>
        <p:nvPicPr>
          <p:cNvPr descr="NAND Logical Diagram" id="288" name="Google Shape;288;p20"/>
          <p:cNvPicPr preferRelativeResize="0"/>
          <p:nvPr/>
        </p:nvPicPr>
        <p:blipFill rotWithShape="1">
          <a:blip r:embed="rId3">
            <a:alphaModFix/>
          </a:blip>
          <a:srcRect b="0" l="0" r="0" t="0"/>
          <a:stretch/>
        </p:blipFill>
        <p:spPr>
          <a:xfrm>
            <a:off x="1221105" y="2250757"/>
            <a:ext cx="5922645" cy="1749743"/>
          </a:xfrm>
          <a:prstGeom prst="rect">
            <a:avLst/>
          </a:prstGeom>
          <a:noFill/>
          <a:ln>
            <a:noFill/>
          </a:ln>
        </p:spPr>
      </p:pic>
      <p:pic>
        <p:nvPicPr>
          <p:cNvPr descr="NAND Truth Table" id="289" name="Google Shape;289;p20"/>
          <p:cNvPicPr preferRelativeResize="0"/>
          <p:nvPr/>
        </p:nvPicPr>
        <p:blipFill rotWithShape="1">
          <a:blip r:embed="rId4">
            <a:alphaModFix/>
          </a:blip>
          <a:srcRect b="0" l="0" r="0" t="0"/>
          <a:stretch/>
        </p:blipFill>
        <p:spPr>
          <a:xfrm>
            <a:off x="8028940" y="2250757"/>
            <a:ext cx="2543810" cy="277431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1"/>
          <p:cNvSpPr/>
          <p:nvPr/>
        </p:nvSpPr>
        <p:spPr>
          <a:xfrm>
            <a:off x="1223010" y="1243381"/>
            <a:ext cx="2708910" cy="721736"/>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US" sz="4000">
                <a:solidFill>
                  <a:srgbClr val="222222"/>
                </a:solidFill>
                <a:latin typeface="Calibri"/>
                <a:ea typeface="Calibri"/>
                <a:cs typeface="Calibri"/>
                <a:sym typeface="Calibri"/>
              </a:rPr>
              <a:t>NOR Gate</a:t>
            </a:r>
            <a:endParaRPr b="1" sz="2400">
              <a:solidFill>
                <a:srgbClr val="1F3763"/>
              </a:solidFill>
              <a:latin typeface="Calibri"/>
              <a:ea typeface="Calibri"/>
              <a:cs typeface="Calibri"/>
              <a:sym typeface="Calibri"/>
            </a:endParaRPr>
          </a:p>
        </p:txBody>
      </p:sp>
      <p:pic>
        <p:nvPicPr>
          <p:cNvPr descr="NOR Logical Diagram" id="295" name="Google Shape;295;p21"/>
          <p:cNvPicPr preferRelativeResize="0"/>
          <p:nvPr/>
        </p:nvPicPr>
        <p:blipFill rotWithShape="1">
          <a:blip r:embed="rId3">
            <a:alphaModFix/>
          </a:blip>
          <a:srcRect b="0" l="0" r="0" t="0"/>
          <a:stretch/>
        </p:blipFill>
        <p:spPr>
          <a:xfrm>
            <a:off x="1317942" y="2195195"/>
            <a:ext cx="5780088" cy="1530985"/>
          </a:xfrm>
          <a:prstGeom prst="rect">
            <a:avLst/>
          </a:prstGeom>
          <a:noFill/>
          <a:ln>
            <a:noFill/>
          </a:ln>
        </p:spPr>
      </p:pic>
      <p:pic>
        <p:nvPicPr>
          <p:cNvPr descr="NOR Truth Table" id="296" name="Google Shape;296;p21"/>
          <p:cNvPicPr preferRelativeResize="0"/>
          <p:nvPr/>
        </p:nvPicPr>
        <p:blipFill rotWithShape="1">
          <a:blip r:embed="rId4">
            <a:alphaModFix/>
          </a:blip>
          <a:srcRect b="0" l="0" r="0" t="0"/>
          <a:stretch/>
        </p:blipFill>
        <p:spPr>
          <a:xfrm>
            <a:off x="7852410" y="2526347"/>
            <a:ext cx="2379980" cy="264001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2"/>
          <p:cNvSpPr/>
          <p:nvPr/>
        </p:nvSpPr>
        <p:spPr>
          <a:xfrm>
            <a:off x="1014730" y="859135"/>
            <a:ext cx="609600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aramond"/>
                <a:ea typeface="Garamond"/>
                <a:cs typeface="Garamond"/>
                <a:sym typeface="Garamond"/>
              </a:rPr>
              <a:t>Question 1 </a:t>
            </a:r>
            <a:endParaRPr/>
          </a:p>
          <a:p>
            <a:pPr indent="0" lvl="0" marL="0" marR="0" rtl="0" algn="l">
              <a:spcBef>
                <a:spcPts val="0"/>
              </a:spcBef>
              <a:spcAft>
                <a:spcPts val="0"/>
              </a:spcAft>
              <a:buNone/>
            </a:pPr>
            <a:r>
              <a:rPr lang="en-US" sz="1800">
                <a:solidFill>
                  <a:schemeClr val="dk1"/>
                </a:solidFill>
                <a:latin typeface="Garamond"/>
                <a:ea typeface="Garamond"/>
                <a:cs typeface="Garamond"/>
                <a:sym typeface="Garamond"/>
              </a:rPr>
              <a:t>Draw the correct symbol and truth table for each of the following logic gates </a:t>
            </a:r>
            <a:endParaRPr/>
          </a:p>
          <a:p>
            <a:pPr indent="-342900" lvl="0" marL="342900" marR="0" rtl="0" algn="l">
              <a:spcBef>
                <a:spcPts val="0"/>
              </a:spcBef>
              <a:spcAft>
                <a:spcPts val="0"/>
              </a:spcAft>
              <a:buClr>
                <a:schemeClr val="dk1"/>
              </a:buClr>
              <a:buSzPts val="1800"/>
              <a:buFont typeface="Garamond"/>
              <a:buAutoNum type="alphaLcParenR"/>
            </a:pPr>
            <a:r>
              <a:rPr lang="en-US" sz="1800">
                <a:solidFill>
                  <a:schemeClr val="dk1"/>
                </a:solidFill>
                <a:latin typeface="Garamond"/>
                <a:ea typeface="Garamond"/>
                <a:cs typeface="Garamond"/>
                <a:sym typeface="Garamond"/>
              </a:rPr>
              <a:t>NOT gate </a:t>
            </a:r>
            <a:endParaRPr/>
          </a:p>
          <a:p>
            <a:pPr indent="-342900" lvl="0" marL="342900" marR="0" rtl="0" algn="l">
              <a:spcBef>
                <a:spcPts val="0"/>
              </a:spcBef>
              <a:spcAft>
                <a:spcPts val="0"/>
              </a:spcAft>
              <a:buClr>
                <a:schemeClr val="dk1"/>
              </a:buClr>
              <a:buSzPts val="1800"/>
              <a:buFont typeface="Garamond"/>
              <a:buAutoNum type="alphaLcParenR"/>
            </a:pPr>
            <a:r>
              <a:rPr lang="en-US" sz="1800">
                <a:solidFill>
                  <a:schemeClr val="dk1"/>
                </a:solidFill>
                <a:latin typeface="Garamond"/>
                <a:ea typeface="Garamond"/>
                <a:cs typeface="Garamond"/>
                <a:sym typeface="Garamond"/>
              </a:rPr>
              <a:t>b) AND gate </a:t>
            </a:r>
            <a:endParaRPr/>
          </a:p>
          <a:p>
            <a:pPr indent="-342900" lvl="0" marL="342900" marR="0" rtl="0" algn="l">
              <a:spcBef>
                <a:spcPts val="0"/>
              </a:spcBef>
              <a:spcAft>
                <a:spcPts val="0"/>
              </a:spcAft>
              <a:buClr>
                <a:schemeClr val="dk1"/>
              </a:buClr>
              <a:buSzPts val="1800"/>
              <a:buFont typeface="Garamond"/>
              <a:buAutoNum type="alphaLcParenR"/>
            </a:pPr>
            <a:r>
              <a:rPr lang="en-US" sz="1800">
                <a:solidFill>
                  <a:schemeClr val="dk1"/>
                </a:solidFill>
                <a:latin typeface="Garamond"/>
                <a:ea typeface="Garamond"/>
                <a:cs typeface="Garamond"/>
                <a:sym typeface="Garamond"/>
              </a:rPr>
              <a:t>OR gate </a:t>
            </a:r>
            <a:endParaRPr/>
          </a:p>
          <a:p>
            <a:pPr indent="-342900" lvl="0" marL="342900" marR="0" rtl="0" algn="l">
              <a:spcBef>
                <a:spcPts val="0"/>
              </a:spcBef>
              <a:spcAft>
                <a:spcPts val="0"/>
              </a:spcAft>
              <a:buClr>
                <a:schemeClr val="dk1"/>
              </a:buClr>
              <a:buSzPts val="1800"/>
              <a:buFont typeface="Garamond"/>
              <a:buAutoNum type="alphaLcParenR"/>
            </a:pPr>
            <a:r>
              <a:rPr lang="en-US" sz="1800">
                <a:solidFill>
                  <a:schemeClr val="dk1"/>
                </a:solidFill>
                <a:latin typeface="Garamond"/>
                <a:ea typeface="Garamond"/>
                <a:cs typeface="Garamond"/>
                <a:sym typeface="Garamond"/>
              </a:rPr>
              <a:t>NAND gate</a:t>
            </a:r>
            <a:endParaRPr/>
          </a:p>
          <a:p>
            <a:pPr indent="-342900" lvl="0" marL="342900" marR="0" rtl="0" algn="l">
              <a:spcBef>
                <a:spcPts val="0"/>
              </a:spcBef>
              <a:spcAft>
                <a:spcPts val="0"/>
              </a:spcAft>
              <a:buClr>
                <a:schemeClr val="dk1"/>
              </a:buClr>
              <a:buSzPts val="1800"/>
              <a:buFont typeface="Garamond"/>
              <a:buAutoNum type="alphaLcParenR"/>
            </a:pPr>
            <a:r>
              <a:rPr lang="en-US" sz="1800">
                <a:solidFill>
                  <a:schemeClr val="dk1"/>
                </a:solidFill>
                <a:latin typeface="Garamond"/>
                <a:ea typeface="Garamond"/>
                <a:cs typeface="Garamond"/>
                <a:sym typeface="Garamond"/>
              </a:rPr>
              <a:t>NOR gate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3"/>
          <p:cNvSpPr/>
          <p:nvPr/>
        </p:nvSpPr>
        <p:spPr>
          <a:xfrm>
            <a:off x="1160741" y="2317234"/>
            <a:ext cx="470584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aramond"/>
                <a:ea typeface="Garamond"/>
                <a:cs typeface="Garamond"/>
                <a:sym typeface="Garamond"/>
              </a:rPr>
              <a:t>Question 2 </a:t>
            </a:r>
            <a:endParaRPr/>
          </a:p>
          <a:p>
            <a:pPr indent="0" lvl="0" marL="0" marR="0" rtl="0" algn="l">
              <a:spcBef>
                <a:spcPts val="0"/>
              </a:spcBef>
              <a:spcAft>
                <a:spcPts val="0"/>
              </a:spcAft>
              <a:buNone/>
            </a:pPr>
            <a:r>
              <a:rPr lang="en-US" sz="1800">
                <a:solidFill>
                  <a:schemeClr val="dk1"/>
                </a:solidFill>
                <a:latin typeface="Garamond"/>
                <a:ea typeface="Garamond"/>
                <a:cs typeface="Garamond"/>
                <a:sym typeface="Garamond"/>
              </a:rPr>
              <a:t>Write the truth table for the following logic circuit.</a:t>
            </a:r>
            <a:endParaRPr/>
          </a:p>
        </p:txBody>
      </p:sp>
      <p:sp>
        <p:nvSpPr>
          <p:cNvPr id="307" name="Google Shape;307;p23"/>
          <p:cNvSpPr/>
          <p:nvPr/>
        </p:nvSpPr>
        <p:spPr>
          <a:xfrm>
            <a:off x="1790700" y="3359150"/>
            <a:ext cx="762000" cy="535286"/>
          </a:xfrm>
          <a:prstGeom prst="flowChartDelay">
            <a:avLst/>
          </a:prstGeom>
          <a:solidFill>
            <a:schemeClr val="accent1"/>
          </a:solidFill>
          <a:ln cap="flat" cmpd="sng" w="15875">
            <a:solidFill>
              <a:srgbClr val="5F6F1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308" name="Google Shape;308;p23"/>
          <p:cNvSpPr/>
          <p:nvPr/>
        </p:nvSpPr>
        <p:spPr>
          <a:xfrm rot="10800000">
            <a:off x="4838700" y="3556000"/>
            <a:ext cx="711200" cy="520700"/>
          </a:xfrm>
          <a:prstGeom prst="flowChartOnlineStorage">
            <a:avLst/>
          </a:prstGeom>
          <a:solidFill>
            <a:schemeClr val="accent1"/>
          </a:solidFill>
          <a:ln cap="flat" cmpd="sng" w="15875">
            <a:solidFill>
              <a:srgbClr val="5F6F1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309" name="Google Shape;309;p23"/>
          <p:cNvSpPr/>
          <p:nvPr/>
        </p:nvSpPr>
        <p:spPr>
          <a:xfrm rot="10800000">
            <a:off x="3695700" y="4415136"/>
            <a:ext cx="711200" cy="520700"/>
          </a:xfrm>
          <a:prstGeom prst="flowChartOnlineStorage">
            <a:avLst/>
          </a:prstGeom>
          <a:solidFill>
            <a:schemeClr val="accent1"/>
          </a:solidFill>
          <a:ln cap="flat" cmpd="sng" w="15875">
            <a:solidFill>
              <a:srgbClr val="5F6F1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310" name="Google Shape;310;p23"/>
          <p:cNvSpPr/>
          <p:nvPr/>
        </p:nvSpPr>
        <p:spPr>
          <a:xfrm rot="5244378">
            <a:off x="2343017" y="4230039"/>
            <a:ext cx="518456" cy="370194"/>
          </a:xfrm>
          <a:prstGeom prst="flowChartExtract">
            <a:avLst/>
          </a:prstGeom>
          <a:solidFill>
            <a:schemeClr val="accent1"/>
          </a:solidFill>
          <a:ln cap="flat" cmpd="sng" w="15875">
            <a:solidFill>
              <a:srgbClr val="5F6F1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cxnSp>
        <p:nvCxnSpPr>
          <p:cNvPr id="311" name="Google Shape;311;p23"/>
          <p:cNvCxnSpPr/>
          <p:nvPr/>
        </p:nvCxnSpPr>
        <p:spPr>
          <a:xfrm>
            <a:off x="1104900" y="3429000"/>
            <a:ext cx="736600" cy="0"/>
          </a:xfrm>
          <a:prstGeom prst="straightConnector1">
            <a:avLst/>
          </a:prstGeom>
          <a:noFill/>
          <a:ln cap="flat" cmpd="sng" w="9525">
            <a:solidFill>
              <a:schemeClr val="accent1"/>
            </a:solidFill>
            <a:prstDash val="solid"/>
            <a:round/>
            <a:headEnd len="sm" w="sm" type="none"/>
            <a:tailEnd len="sm" w="sm" type="none"/>
          </a:ln>
        </p:spPr>
      </p:cxnSp>
      <p:cxnSp>
        <p:nvCxnSpPr>
          <p:cNvPr id="312" name="Google Shape;312;p23"/>
          <p:cNvCxnSpPr/>
          <p:nvPr/>
        </p:nvCxnSpPr>
        <p:spPr>
          <a:xfrm>
            <a:off x="1104900" y="3746500"/>
            <a:ext cx="736600" cy="0"/>
          </a:xfrm>
          <a:prstGeom prst="straightConnector1">
            <a:avLst/>
          </a:prstGeom>
          <a:noFill/>
          <a:ln cap="flat" cmpd="sng" w="9525">
            <a:solidFill>
              <a:schemeClr val="accent1"/>
            </a:solidFill>
            <a:prstDash val="solid"/>
            <a:round/>
            <a:headEnd len="sm" w="sm" type="none"/>
            <a:tailEnd len="sm" w="sm" type="none"/>
          </a:ln>
        </p:spPr>
      </p:cxnSp>
      <p:cxnSp>
        <p:nvCxnSpPr>
          <p:cNvPr id="313" name="Google Shape;313;p23"/>
          <p:cNvCxnSpPr/>
          <p:nvPr/>
        </p:nvCxnSpPr>
        <p:spPr>
          <a:xfrm>
            <a:off x="1403350" y="3421706"/>
            <a:ext cx="0" cy="1067744"/>
          </a:xfrm>
          <a:prstGeom prst="straightConnector1">
            <a:avLst/>
          </a:prstGeom>
          <a:noFill/>
          <a:ln cap="flat" cmpd="sng" w="9525">
            <a:solidFill>
              <a:schemeClr val="accent1"/>
            </a:solidFill>
            <a:prstDash val="solid"/>
            <a:round/>
            <a:headEnd len="sm" w="sm" type="none"/>
            <a:tailEnd len="sm" w="sm" type="none"/>
          </a:ln>
        </p:spPr>
      </p:cxnSp>
      <p:cxnSp>
        <p:nvCxnSpPr>
          <p:cNvPr id="314" name="Google Shape;314;p23"/>
          <p:cNvCxnSpPr>
            <a:endCxn id="310" idx="0"/>
          </p:cNvCxnSpPr>
          <p:nvPr/>
        </p:nvCxnSpPr>
        <p:spPr>
          <a:xfrm flipH="1" rot="10800000">
            <a:off x="1396952" y="4406760"/>
            <a:ext cx="1390200" cy="8400"/>
          </a:xfrm>
          <a:prstGeom prst="straightConnector1">
            <a:avLst/>
          </a:prstGeom>
          <a:noFill/>
          <a:ln cap="flat" cmpd="sng" w="9525">
            <a:solidFill>
              <a:schemeClr val="accent1"/>
            </a:solidFill>
            <a:prstDash val="solid"/>
            <a:round/>
            <a:headEnd len="sm" w="sm" type="none"/>
            <a:tailEnd len="sm" w="sm" type="none"/>
          </a:ln>
        </p:spPr>
      </p:cxnSp>
      <p:cxnSp>
        <p:nvCxnSpPr>
          <p:cNvPr id="315" name="Google Shape;315;p23"/>
          <p:cNvCxnSpPr/>
          <p:nvPr/>
        </p:nvCxnSpPr>
        <p:spPr>
          <a:xfrm>
            <a:off x="1263650" y="3746500"/>
            <a:ext cx="0" cy="996006"/>
          </a:xfrm>
          <a:prstGeom prst="straightConnector1">
            <a:avLst/>
          </a:prstGeom>
          <a:noFill/>
          <a:ln cap="flat" cmpd="sng" w="9525">
            <a:solidFill>
              <a:schemeClr val="accent1"/>
            </a:solidFill>
            <a:prstDash val="solid"/>
            <a:round/>
            <a:headEnd len="sm" w="sm" type="none"/>
            <a:tailEnd len="sm" w="sm" type="none"/>
          </a:ln>
        </p:spPr>
      </p:cxnSp>
      <p:cxnSp>
        <p:nvCxnSpPr>
          <p:cNvPr id="316" name="Google Shape;316;p23"/>
          <p:cNvCxnSpPr/>
          <p:nvPr/>
        </p:nvCxnSpPr>
        <p:spPr>
          <a:xfrm>
            <a:off x="1263650" y="4762500"/>
            <a:ext cx="2533650" cy="0"/>
          </a:xfrm>
          <a:prstGeom prst="straightConnector1">
            <a:avLst/>
          </a:prstGeom>
          <a:noFill/>
          <a:ln cap="flat" cmpd="sng" w="9525">
            <a:solidFill>
              <a:schemeClr val="accent1"/>
            </a:solidFill>
            <a:prstDash val="solid"/>
            <a:round/>
            <a:headEnd len="sm" w="sm" type="none"/>
            <a:tailEnd len="sm" w="sm" type="none"/>
          </a:ln>
        </p:spPr>
      </p:cxnSp>
      <p:cxnSp>
        <p:nvCxnSpPr>
          <p:cNvPr id="317" name="Google Shape;317;p23"/>
          <p:cNvCxnSpPr>
            <a:stCxn id="310" idx="2"/>
          </p:cNvCxnSpPr>
          <p:nvPr/>
        </p:nvCxnSpPr>
        <p:spPr>
          <a:xfrm>
            <a:off x="2417338" y="4423512"/>
            <a:ext cx="1360800" cy="300"/>
          </a:xfrm>
          <a:prstGeom prst="straightConnector1">
            <a:avLst/>
          </a:prstGeom>
          <a:noFill/>
          <a:ln cap="flat" cmpd="sng" w="9525">
            <a:solidFill>
              <a:schemeClr val="accent1"/>
            </a:solidFill>
            <a:prstDash val="solid"/>
            <a:round/>
            <a:headEnd len="sm" w="sm" type="none"/>
            <a:tailEnd len="sm" w="sm" type="none"/>
          </a:ln>
        </p:spPr>
      </p:cxnSp>
      <p:cxnSp>
        <p:nvCxnSpPr>
          <p:cNvPr id="318" name="Google Shape;318;p23"/>
          <p:cNvCxnSpPr>
            <a:stCxn id="307" idx="3"/>
          </p:cNvCxnSpPr>
          <p:nvPr/>
        </p:nvCxnSpPr>
        <p:spPr>
          <a:xfrm>
            <a:off x="2552700" y="3626793"/>
            <a:ext cx="2336700" cy="0"/>
          </a:xfrm>
          <a:prstGeom prst="straightConnector1">
            <a:avLst/>
          </a:prstGeom>
          <a:noFill/>
          <a:ln cap="flat" cmpd="sng" w="9525">
            <a:solidFill>
              <a:schemeClr val="accent1"/>
            </a:solidFill>
            <a:prstDash val="solid"/>
            <a:round/>
            <a:headEnd len="sm" w="sm" type="none"/>
            <a:tailEnd len="sm" w="sm" type="none"/>
          </a:ln>
        </p:spPr>
      </p:cxnSp>
      <p:cxnSp>
        <p:nvCxnSpPr>
          <p:cNvPr id="319" name="Google Shape;319;p23"/>
          <p:cNvCxnSpPr>
            <a:stCxn id="309" idx="1"/>
          </p:cNvCxnSpPr>
          <p:nvPr/>
        </p:nvCxnSpPr>
        <p:spPr>
          <a:xfrm>
            <a:off x="4406900" y="4675486"/>
            <a:ext cx="362100" cy="7200"/>
          </a:xfrm>
          <a:prstGeom prst="straightConnector1">
            <a:avLst/>
          </a:prstGeom>
          <a:noFill/>
          <a:ln cap="flat" cmpd="sng" w="9525">
            <a:solidFill>
              <a:schemeClr val="accent1"/>
            </a:solidFill>
            <a:prstDash val="solid"/>
            <a:round/>
            <a:headEnd len="sm" w="sm" type="none"/>
            <a:tailEnd len="sm" w="sm" type="none"/>
          </a:ln>
        </p:spPr>
      </p:cxnSp>
      <p:cxnSp>
        <p:nvCxnSpPr>
          <p:cNvPr id="320" name="Google Shape;320;p23"/>
          <p:cNvCxnSpPr/>
          <p:nvPr/>
        </p:nvCxnSpPr>
        <p:spPr>
          <a:xfrm rot="10800000">
            <a:off x="4781550" y="3883496"/>
            <a:ext cx="0" cy="745654"/>
          </a:xfrm>
          <a:prstGeom prst="straightConnector1">
            <a:avLst/>
          </a:prstGeom>
          <a:noFill/>
          <a:ln cap="flat" cmpd="sng" w="9525">
            <a:solidFill>
              <a:schemeClr val="accent1"/>
            </a:solidFill>
            <a:prstDash val="solid"/>
            <a:round/>
            <a:headEnd len="sm" w="sm" type="none"/>
            <a:tailEnd len="sm" w="sm" type="none"/>
          </a:ln>
        </p:spPr>
      </p:cxnSp>
      <p:cxnSp>
        <p:nvCxnSpPr>
          <p:cNvPr id="321" name="Google Shape;321;p23"/>
          <p:cNvCxnSpPr/>
          <p:nvPr/>
        </p:nvCxnSpPr>
        <p:spPr>
          <a:xfrm>
            <a:off x="4768850" y="3894436"/>
            <a:ext cx="177800" cy="61142"/>
          </a:xfrm>
          <a:prstGeom prst="straightConnector1">
            <a:avLst/>
          </a:prstGeom>
          <a:noFill/>
          <a:ln cap="flat" cmpd="sng" w="9525">
            <a:solidFill>
              <a:schemeClr val="accent1"/>
            </a:solidFill>
            <a:prstDash val="solid"/>
            <a:round/>
            <a:headEnd len="sm" w="sm" type="none"/>
            <a:tailEnd len="sm" w="sm" type="none"/>
          </a:ln>
        </p:spPr>
      </p:cxnSp>
      <p:cxnSp>
        <p:nvCxnSpPr>
          <p:cNvPr id="322" name="Google Shape;322;p23"/>
          <p:cNvCxnSpPr>
            <a:stCxn id="308" idx="1"/>
          </p:cNvCxnSpPr>
          <p:nvPr/>
        </p:nvCxnSpPr>
        <p:spPr>
          <a:xfrm>
            <a:off x="5549900" y="3816350"/>
            <a:ext cx="806400" cy="0"/>
          </a:xfrm>
          <a:prstGeom prst="straightConnector1">
            <a:avLst/>
          </a:prstGeom>
          <a:noFill/>
          <a:ln cap="flat" cmpd="sng" w="9525">
            <a:solidFill>
              <a:schemeClr val="accent1"/>
            </a:solidFill>
            <a:prstDash val="solid"/>
            <a:round/>
            <a:headEnd len="sm" w="sm" type="none"/>
            <a:tailEnd len="sm" w="sm" type="none"/>
          </a:ln>
        </p:spPr>
      </p:cxnSp>
      <p:sp>
        <p:nvSpPr>
          <p:cNvPr id="323" name="Google Shape;323;p23"/>
          <p:cNvSpPr txBox="1"/>
          <p:nvPr/>
        </p:nvSpPr>
        <p:spPr>
          <a:xfrm>
            <a:off x="919547" y="3095971"/>
            <a:ext cx="2145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aramond"/>
                <a:ea typeface="Garamond"/>
                <a:cs typeface="Garamond"/>
                <a:sym typeface="Garamond"/>
              </a:rPr>
              <a:t>A</a:t>
            </a:r>
            <a:endParaRPr/>
          </a:p>
        </p:txBody>
      </p:sp>
      <p:sp>
        <p:nvSpPr>
          <p:cNvPr id="324" name="Google Shape;324;p23"/>
          <p:cNvSpPr txBox="1"/>
          <p:nvPr/>
        </p:nvSpPr>
        <p:spPr>
          <a:xfrm>
            <a:off x="787400" y="3525104"/>
            <a:ext cx="29845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aramond"/>
                <a:ea typeface="Garamond"/>
                <a:cs typeface="Garamond"/>
                <a:sym typeface="Garamond"/>
              </a:rPr>
              <a:t>B</a:t>
            </a:r>
            <a:endParaRPr/>
          </a:p>
        </p:txBody>
      </p:sp>
      <p:sp>
        <p:nvSpPr>
          <p:cNvPr id="325" name="Google Shape;325;p23"/>
          <p:cNvSpPr/>
          <p:nvPr/>
        </p:nvSpPr>
        <p:spPr>
          <a:xfrm>
            <a:off x="2703633" y="4337787"/>
            <a:ext cx="123825" cy="171450"/>
          </a:xfrm>
          <a:prstGeom prst="ellipse">
            <a:avLst/>
          </a:prstGeom>
          <a:solidFill>
            <a:schemeClr val="accent1"/>
          </a:solidFill>
          <a:ln cap="flat" cmpd="sng" w="15875">
            <a:solidFill>
              <a:srgbClr val="5F6F1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326" name="Google Shape;326;p23"/>
          <p:cNvSpPr/>
          <p:nvPr/>
        </p:nvSpPr>
        <p:spPr>
          <a:xfrm>
            <a:off x="4408608" y="4610100"/>
            <a:ext cx="123825" cy="171450"/>
          </a:xfrm>
          <a:prstGeom prst="ellipse">
            <a:avLst/>
          </a:prstGeom>
          <a:solidFill>
            <a:schemeClr val="accent1"/>
          </a:solidFill>
          <a:ln cap="flat" cmpd="sng" w="15875">
            <a:solidFill>
              <a:srgbClr val="5F6F1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327" name="Google Shape;327;p23"/>
          <p:cNvSpPr txBox="1"/>
          <p:nvPr/>
        </p:nvSpPr>
        <p:spPr>
          <a:xfrm>
            <a:off x="6356350" y="3556000"/>
            <a:ext cx="37929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Garamond"/>
                <a:ea typeface="Garamond"/>
                <a:cs typeface="Garamond"/>
                <a:sym typeface="Garamond"/>
              </a:rPr>
              <a:t>Q</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rganic">
  <a:themeElements>
    <a:clrScheme name="Organic">
      <a:dk1>
        <a:srgbClr val="000000"/>
      </a:dk1>
      <a:lt1>
        <a:srgbClr val="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2023-09-02T10:07:04Z</dcterms:created>
  <dc:creator>Wael Sallam</dc:creator>
</cp:coreProperties>
</file>